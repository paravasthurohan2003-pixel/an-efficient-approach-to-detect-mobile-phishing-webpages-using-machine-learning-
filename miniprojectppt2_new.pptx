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Lst>
  <p:notesMasterIdLst>
    <p:notesMasterId r:id="rId25"/>
  </p:notesMasterIdLst>
  <p:sldIdLst>
    <p:sldId id="324" r:id="rId2"/>
    <p:sldId id="257" r:id="rId3"/>
    <p:sldId id="260" r:id="rId4"/>
    <p:sldId id="256" r:id="rId5"/>
    <p:sldId id="261" r:id="rId6"/>
    <p:sldId id="320" r:id="rId7"/>
    <p:sldId id="259" r:id="rId8"/>
    <p:sldId id="262" r:id="rId9"/>
    <p:sldId id="270" r:id="rId10"/>
    <p:sldId id="263" r:id="rId11"/>
    <p:sldId id="269" r:id="rId12"/>
    <p:sldId id="271" r:id="rId13"/>
    <p:sldId id="313" r:id="rId14"/>
    <p:sldId id="264" r:id="rId15"/>
    <p:sldId id="322" r:id="rId16"/>
    <p:sldId id="314" r:id="rId17"/>
    <p:sldId id="316" r:id="rId18"/>
    <p:sldId id="315" r:id="rId19"/>
    <p:sldId id="280" r:id="rId20"/>
    <p:sldId id="281" r:id="rId21"/>
    <p:sldId id="288" r:id="rId22"/>
    <p:sldId id="319" r:id="rId23"/>
    <p:sldId id="323" r:id="rId24"/>
  </p:sldIdLst>
  <p:sldSz cx="9144000" cy="5143500" type="screen16x9"/>
  <p:notesSz cx="6858000" cy="9144000"/>
  <p:embeddedFontLst>
    <p:embeddedFont>
      <p:font typeface="Commissioner" panose="020B0604020202020204" charset="0"/>
      <p:regular r:id="rId26"/>
      <p:bold r:id="rId27"/>
    </p:embeddedFont>
    <p:embeddedFont>
      <p:font typeface="Golos Text" panose="020B0604020202020204" charset="0"/>
      <p:regular r:id="rId28"/>
      <p:bold r:id="rId29"/>
    </p:embeddedFont>
    <p:embeddedFont>
      <p:font typeface="Golos Text SemiBold" panose="020B0604020202020204" charset="0"/>
      <p:regular r:id="rId30"/>
      <p:bold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D5D5D"/>
    <a:srgbClr val="996600"/>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202C11-75F1-49A5-8FAC-41210EDF795F}" v="40" dt="2024-02-02T08:11:22.764"/>
  </p1510:revLst>
</p1510:revInfo>
</file>

<file path=ppt/tableStyles.xml><?xml version="1.0" encoding="utf-8"?>
<a:tblStyleLst xmlns:a="http://schemas.openxmlformats.org/drawingml/2006/main" def="{CE8A1170-DBD1-4EBE-ACB2-C60F2F8BD8B2}">
  <a:tblStyle styleId="{CE8A1170-DBD1-4EBE-ACB2-C60F2F8BD8B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118" autoAdjust="0"/>
    <p:restoredTop sz="94660"/>
  </p:normalViewPr>
  <p:slideViewPr>
    <p:cSldViewPr snapToGrid="0">
      <p:cViewPr varScale="1">
        <p:scale>
          <a:sx n="109" d="100"/>
          <a:sy n="109" d="100"/>
        </p:scale>
        <p:origin x="1003"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ECFE34-650E-44A8-B351-2164C783414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B493D001-A0FC-434D-B9CB-2EAD5A84671D}">
      <dgm:prSet phldrT="[Text]"/>
      <dgm:spPr/>
      <dgm:t>
        <a:bodyPr/>
        <a:lstStyle/>
        <a:p>
          <a:r>
            <a:rPr lang="en-US" b="1" dirty="0">
              <a:solidFill>
                <a:schemeClr val="bg1"/>
              </a:solidFill>
            </a:rPr>
            <a:t>1. Data Collection</a:t>
          </a:r>
          <a:endParaRPr lang="en-IN" b="1" dirty="0">
            <a:solidFill>
              <a:schemeClr val="bg1"/>
            </a:solidFill>
          </a:endParaRPr>
        </a:p>
      </dgm:t>
    </dgm:pt>
    <dgm:pt modelId="{D16C567B-CBB4-4FCD-86C1-9CFED8C94697}" type="parTrans" cxnId="{3D05368F-8C33-4511-BE5C-2773B018F3F6}">
      <dgm:prSet/>
      <dgm:spPr/>
      <dgm:t>
        <a:bodyPr/>
        <a:lstStyle/>
        <a:p>
          <a:endParaRPr lang="en-IN"/>
        </a:p>
      </dgm:t>
    </dgm:pt>
    <dgm:pt modelId="{1CE74021-DB4F-4428-BDFB-60C5A0A93B10}" type="sibTrans" cxnId="{3D05368F-8C33-4511-BE5C-2773B018F3F6}">
      <dgm:prSet/>
      <dgm:spPr/>
      <dgm:t>
        <a:bodyPr/>
        <a:lstStyle/>
        <a:p>
          <a:endParaRPr lang="en-IN"/>
        </a:p>
      </dgm:t>
    </dgm:pt>
    <dgm:pt modelId="{66444125-649F-451C-A209-4E85D9105637}">
      <dgm:prSet phldrT="[Text]"/>
      <dgm:spPr/>
      <dgm:t>
        <a:bodyPr/>
        <a:lstStyle/>
        <a:p>
          <a:r>
            <a:rPr lang="en-US" b="1" dirty="0">
              <a:solidFill>
                <a:schemeClr val="accent3"/>
              </a:solidFill>
            </a:rPr>
            <a:t>2. Data Preprocessing</a:t>
          </a:r>
          <a:endParaRPr lang="en-IN" b="1" dirty="0">
            <a:solidFill>
              <a:schemeClr val="accent3"/>
            </a:solidFill>
          </a:endParaRPr>
        </a:p>
      </dgm:t>
    </dgm:pt>
    <dgm:pt modelId="{0C2687EF-E957-4775-9B88-1882B8FE3322}" type="parTrans" cxnId="{23C58D95-6D73-47C9-8235-3A2BCC3D5034}">
      <dgm:prSet/>
      <dgm:spPr/>
      <dgm:t>
        <a:bodyPr/>
        <a:lstStyle/>
        <a:p>
          <a:endParaRPr lang="en-IN"/>
        </a:p>
      </dgm:t>
    </dgm:pt>
    <dgm:pt modelId="{4B50ECEE-2970-44FD-B8C3-A0414ED54CDF}" type="sibTrans" cxnId="{23C58D95-6D73-47C9-8235-3A2BCC3D5034}">
      <dgm:prSet/>
      <dgm:spPr/>
      <dgm:t>
        <a:bodyPr/>
        <a:lstStyle/>
        <a:p>
          <a:endParaRPr lang="en-IN"/>
        </a:p>
      </dgm:t>
    </dgm:pt>
    <dgm:pt modelId="{AA28E0B4-34EA-4BF3-9188-1838DAAE4009}">
      <dgm:prSet/>
      <dgm:spPr/>
      <dgm:t>
        <a:bodyPr/>
        <a:lstStyle/>
        <a:p>
          <a:r>
            <a:rPr lang="en-US" b="1" dirty="0">
              <a:solidFill>
                <a:schemeClr val="accent3"/>
              </a:solidFill>
            </a:rPr>
            <a:t>3. Machine learning Models</a:t>
          </a:r>
          <a:endParaRPr lang="en-IN" b="1" dirty="0">
            <a:solidFill>
              <a:schemeClr val="accent3"/>
            </a:solidFill>
          </a:endParaRPr>
        </a:p>
      </dgm:t>
    </dgm:pt>
    <dgm:pt modelId="{73D0549C-24D7-45C4-83EA-5B13B316D909}" type="parTrans" cxnId="{0C5CFF3C-321A-48F6-BA14-7302A82314A3}">
      <dgm:prSet/>
      <dgm:spPr/>
      <dgm:t>
        <a:bodyPr/>
        <a:lstStyle/>
        <a:p>
          <a:endParaRPr lang="en-IN"/>
        </a:p>
      </dgm:t>
    </dgm:pt>
    <dgm:pt modelId="{BB3FBD10-62B1-47BF-AC5E-400B22E010FC}" type="sibTrans" cxnId="{0C5CFF3C-321A-48F6-BA14-7302A82314A3}">
      <dgm:prSet/>
      <dgm:spPr/>
      <dgm:t>
        <a:bodyPr/>
        <a:lstStyle/>
        <a:p>
          <a:endParaRPr lang="en-IN"/>
        </a:p>
      </dgm:t>
    </dgm:pt>
    <dgm:pt modelId="{BB88A3C7-2766-4C45-9FC1-F46D5C1BE75E}">
      <dgm:prSet/>
      <dgm:spPr/>
      <dgm:t>
        <a:bodyPr/>
        <a:lstStyle/>
        <a:p>
          <a:r>
            <a:rPr lang="en-US" b="1" dirty="0">
              <a:solidFill>
                <a:schemeClr val="accent3"/>
              </a:solidFill>
            </a:rPr>
            <a:t>4. User Interface Design</a:t>
          </a:r>
          <a:endParaRPr lang="en-IN" b="1" dirty="0">
            <a:solidFill>
              <a:schemeClr val="accent3"/>
            </a:solidFill>
          </a:endParaRPr>
        </a:p>
      </dgm:t>
    </dgm:pt>
    <dgm:pt modelId="{A99E4669-BA44-470D-8A4C-F45AA879EE9B}" type="parTrans" cxnId="{25596C99-35E5-4426-AEB6-1C082618E765}">
      <dgm:prSet/>
      <dgm:spPr/>
      <dgm:t>
        <a:bodyPr/>
        <a:lstStyle/>
        <a:p>
          <a:endParaRPr lang="en-IN"/>
        </a:p>
      </dgm:t>
    </dgm:pt>
    <dgm:pt modelId="{5CF0FB2A-3BC9-48E0-AEEF-525F28388641}" type="sibTrans" cxnId="{25596C99-35E5-4426-AEB6-1C082618E765}">
      <dgm:prSet/>
      <dgm:spPr/>
      <dgm:t>
        <a:bodyPr/>
        <a:lstStyle/>
        <a:p>
          <a:endParaRPr lang="en-IN"/>
        </a:p>
      </dgm:t>
    </dgm:pt>
    <dgm:pt modelId="{0965D2CE-36B9-4C10-BAEE-F3351B377701}">
      <dgm:prSet/>
      <dgm:spPr/>
      <dgm:t>
        <a:bodyPr/>
        <a:lstStyle/>
        <a:p>
          <a:r>
            <a:rPr lang="en-US" b="1" dirty="0">
              <a:solidFill>
                <a:schemeClr val="accent3"/>
              </a:solidFill>
            </a:rPr>
            <a:t>5. Phishing URL Detection</a:t>
          </a:r>
          <a:endParaRPr lang="en-IN" b="1" dirty="0">
            <a:solidFill>
              <a:schemeClr val="accent3"/>
            </a:solidFill>
          </a:endParaRPr>
        </a:p>
      </dgm:t>
    </dgm:pt>
    <dgm:pt modelId="{5487B811-EABD-45D3-9F43-FBFDCE8CCEF6}" type="parTrans" cxnId="{C4103FCE-945C-4589-AB40-689F6FC51624}">
      <dgm:prSet/>
      <dgm:spPr/>
      <dgm:t>
        <a:bodyPr/>
        <a:lstStyle/>
        <a:p>
          <a:endParaRPr lang="en-IN"/>
        </a:p>
      </dgm:t>
    </dgm:pt>
    <dgm:pt modelId="{4FC9D6AD-6817-4066-B2D8-3E6285C00097}" type="sibTrans" cxnId="{C4103FCE-945C-4589-AB40-689F6FC51624}">
      <dgm:prSet/>
      <dgm:spPr/>
      <dgm:t>
        <a:bodyPr/>
        <a:lstStyle/>
        <a:p>
          <a:endParaRPr lang="en-IN"/>
        </a:p>
      </dgm:t>
    </dgm:pt>
    <dgm:pt modelId="{99D56048-B02B-42A2-A32D-105E8407CDC0}" type="pres">
      <dgm:prSet presAssocID="{28ECFE34-650E-44A8-B351-2164C7834145}" presName="linear" presStyleCnt="0">
        <dgm:presLayoutVars>
          <dgm:animLvl val="lvl"/>
          <dgm:resizeHandles val="exact"/>
        </dgm:presLayoutVars>
      </dgm:prSet>
      <dgm:spPr/>
    </dgm:pt>
    <dgm:pt modelId="{ABB1F7F9-48F1-42E1-BE76-A3AA9356FA87}" type="pres">
      <dgm:prSet presAssocID="{B493D001-A0FC-434D-B9CB-2EAD5A84671D}" presName="parentText" presStyleLbl="node1" presStyleIdx="0" presStyleCnt="5">
        <dgm:presLayoutVars>
          <dgm:chMax val="0"/>
          <dgm:bulletEnabled val="1"/>
        </dgm:presLayoutVars>
      </dgm:prSet>
      <dgm:spPr/>
    </dgm:pt>
    <dgm:pt modelId="{FF7369E0-D1B8-49DF-A6E7-C5A270D614AD}" type="pres">
      <dgm:prSet presAssocID="{1CE74021-DB4F-4428-BDFB-60C5A0A93B10}" presName="spacer" presStyleCnt="0"/>
      <dgm:spPr/>
    </dgm:pt>
    <dgm:pt modelId="{29FDCC99-F174-4FA9-8C6F-F141DDFCED17}" type="pres">
      <dgm:prSet presAssocID="{66444125-649F-451C-A209-4E85D9105637}" presName="parentText" presStyleLbl="node1" presStyleIdx="1" presStyleCnt="5">
        <dgm:presLayoutVars>
          <dgm:chMax val="0"/>
          <dgm:bulletEnabled val="1"/>
        </dgm:presLayoutVars>
      </dgm:prSet>
      <dgm:spPr/>
    </dgm:pt>
    <dgm:pt modelId="{7923C8CC-423A-4C7A-ABAC-6B169EE7CF23}" type="pres">
      <dgm:prSet presAssocID="{4B50ECEE-2970-44FD-B8C3-A0414ED54CDF}" presName="spacer" presStyleCnt="0"/>
      <dgm:spPr/>
    </dgm:pt>
    <dgm:pt modelId="{E6216A55-66D7-4476-B85F-C21453212E5E}" type="pres">
      <dgm:prSet presAssocID="{AA28E0B4-34EA-4BF3-9188-1838DAAE4009}" presName="parentText" presStyleLbl="node1" presStyleIdx="2" presStyleCnt="5">
        <dgm:presLayoutVars>
          <dgm:chMax val="0"/>
          <dgm:bulletEnabled val="1"/>
        </dgm:presLayoutVars>
      </dgm:prSet>
      <dgm:spPr/>
    </dgm:pt>
    <dgm:pt modelId="{918CD932-C310-45A0-B514-B5F459CEF29D}" type="pres">
      <dgm:prSet presAssocID="{BB3FBD10-62B1-47BF-AC5E-400B22E010FC}" presName="spacer" presStyleCnt="0"/>
      <dgm:spPr/>
    </dgm:pt>
    <dgm:pt modelId="{6A781361-7EB3-4A24-80FF-9CB7E7FAAB1B}" type="pres">
      <dgm:prSet presAssocID="{BB88A3C7-2766-4C45-9FC1-F46D5C1BE75E}" presName="parentText" presStyleLbl="node1" presStyleIdx="3" presStyleCnt="5" custLinFactNeighborY="10530">
        <dgm:presLayoutVars>
          <dgm:chMax val="0"/>
          <dgm:bulletEnabled val="1"/>
        </dgm:presLayoutVars>
      </dgm:prSet>
      <dgm:spPr/>
    </dgm:pt>
    <dgm:pt modelId="{22269D93-3AE2-47CE-A5B7-DB1B6842F4E4}" type="pres">
      <dgm:prSet presAssocID="{5CF0FB2A-3BC9-48E0-AEEF-525F28388641}" presName="spacer" presStyleCnt="0"/>
      <dgm:spPr/>
    </dgm:pt>
    <dgm:pt modelId="{F44310D4-6E1F-4E57-9463-971C2FC9C809}" type="pres">
      <dgm:prSet presAssocID="{0965D2CE-36B9-4C10-BAEE-F3351B377701}" presName="parentText" presStyleLbl="node1" presStyleIdx="4" presStyleCnt="5">
        <dgm:presLayoutVars>
          <dgm:chMax val="0"/>
          <dgm:bulletEnabled val="1"/>
        </dgm:presLayoutVars>
      </dgm:prSet>
      <dgm:spPr/>
    </dgm:pt>
  </dgm:ptLst>
  <dgm:cxnLst>
    <dgm:cxn modelId="{0C5CFF3C-321A-48F6-BA14-7302A82314A3}" srcId="{28ECFE34-650E-44A8-B351-2164C7834145}" destId="{AA28E0B4-34EA-4BF3-9188-1838DAAE4009}" srcOrd="2" destOrd="0" parTransId="{73D0549C-24D7-45C4-83EA-5B13B316D909}" sibTransId="{BB3FBD10-62B1-47BF-AC5E-400B22E010FC}"/>
    <dgm:cxn modelId="{37924744-E9F3-40A0-A7F3-F12F0E48AD51}" type="presOf" srcId="{28ECFE34-650E-44A8-B351-2164C7834145}" destId="{99D56048-B02B-42A2-A32D-105E8407CDC0}" srcOrd="0" destOrd="0" presId="urn:microsoft.com/office/officeart/2005/8/layout/vList2"/>
    <dgm:cxn modelId="{F9E01952-D90C-4EAF-A306-7024F76CFE76}" type="presOf" srcId="{B493D001-A0FC-434D-B9CB-2EAD5A84671D}" destId="{ABB1F7F9-48F1-42E1-BE76-A3AA9356FA87}" srcOrd="0" destOrd="0" presId="urn:microsoft.com/office/officeart/2005/8/layout/vList2"/>
    <dgm:cxn modelId="{3D05368F-8C33-4511-BE5C-2773B018F3F6}" srcId="{28ECFE34-650E-44A8-B351-2164C7834145}" destId="{B493D001-A0FC-434D-B9CB-2EAD5A84671D}" srcOrd="0" destOrd="0" parTransId="{D16C567B-CBB4-4FCD-86C1-9CFED8C94697}" sibTransId="{1CE74021-DB4F-4428-BDFB-60C5A0A93B10}"/>
    <dgm:cxn modelId="{D6CC9292-B8BA-448D-9711-13065DBA4C44}" type="presOf" srcId="{AA28E0B4-34EA-4BF3-9188-1838DAAE4009}" destId="{E6216A55-66D7-4476-B85F-C21453212E5E}" srcOrd="0" destOrd="0" presId="urn:microsoft.com/office/officeart/2005/8/layout/vList2"/>
    <dgm:cxn modelId="{1C3F9B93-A92D-491A-9189-F39D1A0A64C2}" type="presOf" srcId="{BB88A3C7-2766-4C45-9FC1-F46D5C1BE75E}" destId="{6A781361-7EB3-4A24-80FF-9CB7E7FAAB1B}" srcOrd="0" destOrd="0" presId="urn:microsoft.com/office/officeart/2005/8/layout/vList2"/>
    <dgm:cxn modelId="{23C58D95-6D73-47C9-8235-3A2BCC3D5034}" srcId="{28ECFE34-650E-44A8-B351-2164C7834145}" destId="{66444125-649F-451C-A209-4E85D9105637}" srcOrd="1" destOrd="0" parTransId="{0C2687EF-E957-4775-9B88-1882B8FE3322}" sibTransId="{4B50ECEE-2970-44FD-B8C3-A0414ED54CDF}"/>
    <dgm:cxn modelId="{25596C99-35E5-4426-AEB6-1C082618E765}" srcId="{28ECFE34-650E-44A8-B351-2164C7834145}" destId="{BB88A3C7-2766-4C45-9FC1-F46D5C1BE75E}" srcOrd="3" destOrd="0" parTransId="{A99E4669-BA44-470D-8A4C-F45AA879EE9B}" sibTransId="{5CF0FB2A-3BC9-48E0-AEEF-525F28388641}"/>
    <dgm:cxn modelId="{A40F67AC-11CA-4395-A657-0FBBF628BE51}" type="presOf" srcId="{66444125-649F-451C-A209-4E85D9105637}" destId="{29FDCC99-F174-4FA9-8C6F-F141DDFCED17}" srcOrd="0" destOrd="0" presId="urn:microsoft.com/office/officeart/2005/8/layout/vList2"/>
    <dgm:cxn modelId="{C4103FCE-945C-4589-AB40-689F6FC51624}" srcId="{28ECFE34-650E-44A8-B351-2164C7834145}" destId="{0965D2CE-36B9-4C10-BAEE-F3351B377701}" srcOrd="4" destOrd="0" parTransId="{5487B811-EABD-45D3-9F43-FBFDCE8CCEF6}" sibTransId="{4FC9D6AD-6817-4066-B2D8-3E6285C00097}"/>
    <dgm:cxn modelId="{C8B26DF2-F25D-4556-A139-A02266FE7C7B}" type="presOf" srcId="{0965D2CE-36B9-4C10-BAEE-F3351B377701}" destId="{F44310D4-6E1F-4E57-9463-971C2FC9C809}" srcOrd="0" destOrd="0" presId="urn:microsoft.com/office/officeart/2005/8/layout/vList2"/>
    <dgm:cxn modelId="{73B3FE79-0DFA-470F-B50E-EF9E545B4970}" type="presParOf" srcId="{99D56048-B02B-42A2-A32D-105E8407CDC0}" destId="{ABB1F7F9-48F1-42E1-BE76-A3AA9356FA87}" srcOrd="0" destOrd="0" presId="urn:microsoft.com/office/officeart/2005/8/layout/vList2"/>
    <dgm:cxn modelId="{02AA9749-4A83-498B-945D-026DC777FCD8}" type="presParOf" srcId="{99D56048-B02B-42A2-A32D-105E8407CDC0}" destId="{FF7369E0-D1B8-49DF-A6E7-C5A270D614AD}" srcOrd="1" destOrd="0" presId="urn:microsoft.com/office/officeart/2005/8/layout/vList2"/>
    <dgm:cxn modelId="{BE887257-02F6-4BE9-ADF4-48A287121482}" type="presParOf" srcId="{99D56048-B02B-42A2-A32D-105E8407CDC0}" destId="{29FDCC99-F174-4FA9-8C6F-F141DDFCED17}" srcOrd="2" destOrd="0" presId="urn:microsoft.com/office/officeart/2005/8/layout/vList2"/>
    <dgm:cxn modelId="{A22532BD-49DB-4F4B-8094-15D1613F8734}" type="presParOf" srcId="{99D56048-B02B-42A2-A32D-105E8407CDC0}" destId="{7923C8CC-423A-4C7A-ABAC-6B169EE7CF23}" srcOrd="3" destOrd="0" presId="urn:microsoft.com/office/officeart/2005/8/layout/vList2"/>
    <dgm:cxn modelId="{B25FB7D5-2FA6-4CB5-9067-34FAB759997C}" type="presParOf" srcId="{99D56048-B02B-42A2-A32D-105E8407CDC0}" destId="{E6216A55-66D7-4476-B85F-C21453212E5E}" srcOrd="4" destOrd="0" presId="urn:microsoft.com/office/officeart/2005/8/layout/vList2"/>
    <dgm:cxn modelId="{FE0DCFD6-B830-42BD-B589-7A9E7ED3BD24}" type="presParOf" srcId="{99D56048-B02B-42A2-A32D-105E8407CDC0}" destId="{918CD932-C310-45A0-B514-B5F459CEF29D}" srcOrd="5" destOrd="0" presId="urn:microsoft.com/office/officeart/2005/8/layout/vList2"/>
    <dgm:cxn modelId="{3BF0B8C0-B95C-45F3-9539-94CBF396EE75}" type="presParOf" srcId="{99D56048-B02B-42A2-A32D-105E8407CDC0}" destId="{6A781361-7EB3-4A24-80FF-9CB7E7FAAB1B}" srcOrd="6" destOrd="0" presId="urn:microsoft.com/office/officeart/2005/8/layout/vList2"/>
    <dgm:cxn modelId="{2361A966-9F7E-4B48-97EA-05923FD53B0A}" type="presParOf" srcId="{99D56048-B02B-42A2-A32D-105E8407CDC0}" destId="{22269D93-3AE2-47CE-A5B7-DB1B6842F4E4}" srcOrd="7" destOrd="0" presId="urn:microsoft.com/office/officeart/2005/8/layout/vList2"/>
    <dgm:cxn modelId="{9F836373-CAAC-45AF-91F3-A2487471CF8E}" type="presParOf" srcId="{99D56048-B02B-42A2-A32D-105E8407CDC0}" destId="{F44310D4-6E1F-4E57-9463-971C2FC9C809}"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B1F7F9-48F1-42E1-BE76-A3AA9356FA87}">
      <dsp:nvSpPr>
        <dsp:cNvPr id="0" name=""/>
        <dsp:cNvSpPr/>
      </dsp:nvSpPr>
      <dsp:spPr>
        <a:xfrm>
          <a:off x="0" y="12936"/>
          <a:ext cx="5919594" cy="468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bg1"/>
              </a:solidFill>
            </a:rPr>
            <a:t>1. Data Collection</a:t>
          </a:r>
          <a:endParaRPr lang="en-IN" sz="2000" b="1" kern="1200" dirty="0">
            <a:solidFill>
              <a:schemeClr val="bg1"/>
            </a:solidFill>
          </a:endParaRPr>
        </a:p>
      </dsp:txBody>
      <dsp:txXfrm>
        <a:off x="22846" y="35782"/>
        <a:ext cx="5873902" cy="422308"/>
      </dsp:txXfrm>
    </dsp:sp>
    <dsp:sp modelId="{29FDCC99-F174-4FA9-8C6F-F141DDFCED17}">
      <dsp:nvSpPr>
        <dsp:cNvPr id="0" name=""/>
        <dsp:cNvSpPr/>
      </dsp:nvSpPr>
      <dsp:spPr>
        <a:xfrm>
          <a:off x="0" y="538536"/>
          <a:ext cx="5919594" cy="468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accent3"/>
              </a:solidFill>
            </a:rPr>
            <a:t>2. Data Preprocessing</a:t>
          </a:r>
          <a:endParaRPr lang="en-IN" sz="2000" b="1" kern="1200" dirty="0">
            <a:solidFill>
              <a:schemeClr val="accent3"/>
            </a:solidFill>
          </a:endParaRPr>
        </a:p>
      </dsp:txBody>
      <dsp:txXfrm>
        <a:off x="22846" y="561382"/>
        <a:ext cx="5873902" cy="422308"/>
      </dsp:txXfrm>
    </dsp:sp>
    <dsp:sp modelId="{E6216A55-66D7-4476-B85F-C21453212E5E}">
      <dsp:nvSpPr>
        <dsp:cNvPr id="0" name=""/>
        <dsp:cNvSpPr/>
      </dsp:nvSpPr>
      <dsp:spPr>
        <a:xfrm>
          <a:off x="0" y="1064136"/>
          <a:ext cx="5919594" cy="468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accent3"/>
              </a:solidFill>
            </a:rPr>
            <a:t>3. Machine learning Models</a:t>
          </a:r>
          <a:endParaRPr lang="en-IN" sz="2000" b="1" kern="1200" dirty="0">
            <a:solidFill>
              <a:schemeClr val="accent3"/>
            </a:solidFill>
          </a:endParaRPr>
        </a:p>
      </dsp:txBody>
      <dsp:txXfrm>
        <a:off x="22846" y="1086982"/>
        <a:ext cx="5873902" cy="422308"/>
      </dsp:txXfrm>
    </dsp:sp>
    <dsp:sp modelId="{6A781361-7EB3-4A24-80FF-9CB7E7FAAB1B}">
      <dsp:nvSpPr>
        <dsp:cNvPr id="0" name=""/>
        <dsp:cNvSpPr/>
      </dsp:nvSpPr>
      <dsp:spPr>
        <a:xfrm>
          <a:off x="0" y="1595801"/>
          <a:ext cx="5919594" cy="468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accent3"/>
              </a:solidFill>
            </a:rPr>
            <a:t>4. User Interface Design</a:t>
          </a:r>
          <a:endParaRPr lang="en-IN" sz="2000" b="1" kern="1200" dirty="0">
            <a:solidFill>
              <a:schemeClr val="accent3"/>
            </a:solidFill>
          </a:endParaRPr>
        </a:p>
      </dsp:txBody>
      <dsp:txXfrm>
        <a:off x="22846" y="1618647"/>
        <a:ext cx="5873902" cy="422308"/>
      </dsp:txXfrm>
    </dsp:sp>
    <dsp:sp modelId="{F44310D4-6E1F-4E57-9463-971C2FC9C809}">
      <dsp:nvSpPr>
        <dsp:cNvPr id="0" name=""/>
        <dsp:cNvSpPr/>
      </dsp:nvSpPr>
      <dsp:spPr>
        <a:xfrm>
          <a:off x="0" y="2115336"/>
          <a:ext cx="5919594" cy="468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accent3"/>
              </a:solidFill>
            </a:rPr>
            <a:t>5. Phishing URL Detection</a:t>
          </a:r>
          <a:endParaRPr lang="en-IN" sz="2000" b="1" kern="1200" dirty="0">
            <a:solidFill>
              <a:schemeClr val="accent3"/>
            </a:solidFill>
          </a:endParaRPr>
        </a:p>
      </dsp:txBody>
      <dsp:txXfrm>
        <a:off x="22846" y="2138182"/>
        <a:ext cx="5873902" cy="42230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131d68b759a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131d68b759a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1336d459b97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1336d459b97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2747bfd1ede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2747bfd1ede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13b627a129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13b627a129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132b9ccab91_0_22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132b9ccab91_0_22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143df0acb8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143df0acb8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3167f2aa41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3167f2aa41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13e1fc50fc5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13e1fc50fc5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g23167f2aa41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5" name="Google Shape;505;g23167f2aa41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131ff7c0f5b_0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131ff7c0f5b_0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131ff7c0f5b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 name="Google Shape;359;g131ff7c0f5b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g1336d459b97_0_3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5" name="Google Shape;655;g1336d459b97_0_3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g131ff7c0f5b_0_2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8" name="Google Shape;668;g131ff7c0f5b_0_2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7"/>
        <p:cNvGrpSpPr/>
        <p:nvPr/>
      </p:nvGrpSpPr>
      <p:grpSpPr>
        <a:xfrm>
          <a:off x="0" y="0"/>
          <a:ext cx="0" cy="0"/>
          <a:chOff x="0" y="0"/>
          <a:chExt cx="0" cy="0"/>
        </a:xfrm>
      </p:grpSpPr>
      <p:sp>
        <p:nvSpPr>
          <p:cNvPr id="4778" name="Google Shape;4778;g11d2026ec69_0_6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9" name="Google Shape;4779;g11d2026ec69_0_6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1332200"/>
            <a:ext cx="5004900" cy="1902000"/>
          </a:xfrm>
          <a:prstGeom prst="rect">
            <a:avLst/>
          </a:prstGeom>
        </p:spPr>
        <p:txBody>
          <a:bodyPr spcFirstLastPara="1" wrap="square" lIns="91425" tIns="91425" rIns="91425" bIns="91425" anchor="t" anchorCtr="0">
            <a:noAutofit/>
          </a:bodyPr>
          <a:lstStyle>
            <a:lvl1pPr lvl="0" algn="l">
              <a:spcBef>
                <a:spcPts val="0"/>
              </a:spcBef>
              <a:spcAft>
                <a:spcPts val="0"/>
              </a:spcAft>
              <a:buSzPts val="4700"/>
              <a:buNone/>
              <a:defRPr sz="3600"/>
            </a:lvl1pPr>
            <a:lvl2pPr lvl="1" algn="l">
              <a:spcBef>
                <a:spcPts val="0"/>
              </a:spcBef>
              <a:spcAft>
                <a:spcPts val="0"/>
              </a:spcAft>
              <a:buSzPts val="4700"/>
              <a:buNone/>
              <a:defRPr sz="4700"/>
            </a:lvl2pPr>
            <a:lvl3pPr lvl="2" algn="l">
              <a:spcBef>
                <a:spcPts val="0"/>
              </a:spcBef>
              <a:spcAft>
                <a:spcPts val="0"/>
              </a:spcAft>
              <a:buSzPts val="4700"/>
              <a:buNone/>
              <a:defRPr sz="4700"/>
            </a:lvl3pPr>
            <a:lvl4pPr lvl="3" algn="l">
              <a:spcBef>
                <a:spcPts val="0"/>
              </a:spcBef>
              <a:spcAft>
                <a:spcPts val="0"/>
              </a:spcAft>
              <a:buSzPts val="4700"/>
              <a:buNone/>
              <a:defRPr sz="4700"/>
            </a:lvl4pPr>
            <a:lvl5pPr lvl="4" algn="l">
              <a:spcBef>
                <a:spcPts val="0"/>
              </a:spcBef>
              <a:spcAft>
                <a:spcPts val="0"/>
              </a:spcAft>
              <a:buSzPts val="4700"/>
              <a:buNone/>
              <a:defRPr sz="4700"/>
            </a:lvl5pPr>
            <a:lvl6pPr lvl="5" algn="l">
              <a:spcBef>
                <a:spcPts val="0"/>
              </a:spcBef>
              <a:spcAft>
                <a:spcPts val="0"/>
              </a:spcAft>
              <a:buSzPts val="4700"/>
              <a:buNone/>
              <a:defRPr sz="4700"/>
            </a:lvl6pPr>
            <a:lvl7pPr lvl="6" algn="l">
              <a:spcBef>
                <a:spcPts val="0"/>
              </a:spcBef>
              <a:spcAft>
                <a:spcPts val="0"/>
              </a:spcAft>
              <a:buSzPts val="4700"/>
              <a:buNone/>
              <a:defRPr sz="4700"/>
            </a:lvl7pPr>
            <a:lvl8pPr lvl="7" algn="l">
              <a:spcBef>
                <a:spcPts val="0"/>
              </a:spcBef>
              <a:spcAft>
                <a:spcPts val="0"/>
              </a:spcAft>
              <a:buSzPts val="4700"/>
              <a:buNone/>
              <a:defRPr sz="4700"/>
            </a:lvl8pPr>
            <a:lvl9pPr lvl="8" algn="l">
              <a:spcBef>
                <a:spcPts val="0"/>
              </a:spcBef>
              <a:spcAft>
                <a:spcPts val="0"/>
              </a:spcAft>
              <a:buSzPts val="4700"/>
              <a:buNone/>
              <a:defRPr sz="4700"/>
            </a:lvl9pPr>
          </a:lstStyle>
          <a:p>
            <a:endParaRPr/>
          </a:p>
        </p:txBody>
      </p:sp>
      <p:sp>
        <p:nvSpPr>
          <p:cNvPr id="10" name="Google Shape;10;p2"/>
          <p:cNvSpPr txBox="1">
            <a:spLocks noGrp="1"/>
          </p:cNvSpPr>
          <p:nvPr>
            <p:ph type="subTitle" idx="1"/>
          </p:nvPr>
        </p:nvSpPr>
        <p:spPr>
          <a:xfrm>
            <a:off x="713225" y="3315975"/>
            <a:ext cx="5004900" cy="4233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850"/>
              <a:buNone/>
              <a:defRPr sz="1550"/>
            </a:lvl1pPr>
            <a:lvl2pPr lvl="1">
              <a:lnSpc>
                <a:spcPct val="115000"/>
              </a:lnSpc>
              <a:spcBef>
                <a:spcPts val="0"/>
              </a:spcBef>
              <a:spcAft>
                <a:spcPts val="0"/>
              </a:spcAft>
              <a:buSzPts val="1850"/>
              <a:buNone/>
              <a:defRPr sz="1850"/>
            </a:lvl2pPr>
            <a:lvl3pPr lvl="2">
              <a:lnSpc>
                <a:spcPct val="115000"/>
              </a:lnSpc>
              <a:spcBef>
                <a:spcPts val="0"/>
              </a:spcBef>
              <a:spcAft>
                <a:spcPts val="0"/>
              </a:spcAft>
              <a:buSzPts val="1850"/>
              <a:buNone/>
              <a:defRPr sz="1850"/>
            </a:lvl3pPr>
            <a:lvl4pPr lvl="3">
              <a:lnSpc>
                <a:spcPct val="115000"/>
              </a:lnSpc>
              <a:spcBef>
                <a:spcPts val="0"/>
              </a:spcBef>
              <a:spcAft>
                <a:spcPts val="0"/>
              </a:spcAft>
              <a:buSzPts val="1850"/>
              <a:buNone/>
              <a:defRPr sz="1850"/>
            </a:lvl4pPr>
            <a:lvl5pPr lvl="4">
              <a:lnSpc>
                <a:spcPct val="115000"/>
              </a:lnSpc>
              <a:spcBef>
                <a:spcPts val="0"/>
              </a:spcBef>
              <a:spcAft>
                <a:spcPts val="0"/>
              </a:spcAft>
              <a:buSzPts val="1850"/>
              <a:buNone/>
              <a:defRPr sz="1850"/>
            </a:lvl5pPr>
            <a:lvl6pPr lvl="5">
              <a:lnSpc>
                <a:spcPct val="115000"/>
              </a:lnSpc>
              <a:spcBef>
                <a:spcPts val="0"/>
              </a:spcBef>
              <a:spcAft>
                <a:spcPts val="0"/>
              </a:spcAft>
              <a:buSzPts val="1850"/>
              <a:buNone/>
              <a:defRPr sz="1850"/>
            </a:lvl6pPr>
            <a:lvl7pPr lvl="6">
              <a:lnSpc>
                <a:spcPct val="115000"/>
              </a:lnSpc>
              <a:spcBef>
                <a:spcPts val="0"/>
              </a:spcBef>
              <a:spcAft>
                <a:spcPts val="0"/>
              </a:spcAft>
              <a:buSzPts val="1850"/>
              <a:buNone/>
              <a:defRPr sz="1850"/>
            </a:lvl7pPr>
            <a:lvl8pPr lvl="7">
              <a:lnSpc>
                <a:spcPct val="115000"/>
              </a:lnSpc>
              <a:spcBef>
                <a:spcPts val="0"/>
              </a:spcBef>
              <a:spcAft>
                <a:spcPts val="0"/>
              </a:spcAft>
              <a:buSzPts val="1850"/>
              <a:buNone/>
              <a:defRPr sz="1850"/>
            </a:lvl8pPr>
            <a:lvl9pPr lvl="8">
              <a:lnSpc>
                <a:spcPct val="115000"/>
              </a:lnSpc>
              <a:spcBef>
                <a:spcPts val="0"/>
              </a:spcBef>
              <a:spcAft>
                <a:spcPts val="0"/>
              </a:spcAft>
              <a:buSzPts val="1850"/>
              <a:buNone/>
              <a:defRPr sz="1850"/>
            </a:lvl9pPr>
          </a:lstStyle>
          <a:p>
            <a:endParaRPr/>
          </a:p>
        </p:txBody>
      </p:sp>
      <p:sp>
        <p:nvSpPr>
          <p:cNvPr id="11" name="Google Shape;11;p2"/>
          <p:cNvSpPr/>
          <p:nvPr/>
        </p:nvSpPr>
        <p:spPr>
          <a:xfrm>
            <a:off x="829110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 name="Google Shape;12;p2"/>
          <p:cNvGrpSpPr/>
          <p:nvPr/>
        </p:nvGrpSpPr>
        <p:grpSpPr>
          <a:xfrm>
            <a:off x="-55375" y="539500"/>
            <a:ext cx="9199350" cy="4604000"/>
            <a:chOff x="-55375" y="539500"/>
            <a:chExt cx="9199350" cy="4604000"/>
          </a:xfrm>
        </p:grpSpPr>
        <p:cxnSp>
          <p:nvCxnSpPr>
            <p:cNvPr id="13" name="Google Shape;13;p2"/>
            <p:cNvCxnSpPr/>
            <p:nvPr/>
          </p:nvCxnSpPr>
          <p:spPr>
            <a:xfrm>
              <a:off x="-55375" y="4608575"/>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14" name="Google Shape;14;p2"/>
            <p:cNvCxnSpPr/>
            <p:nvPr/>
          </p:nvCxnSpPr>
          <p:spPr>
            <a:xfrm>
              <a:off x="4751675" y="539500"/>
              <a:ext cx="4392300" cy="0"/>
            </a:xfrm>
            <a:prstGeom prst="straightConnector1">
              <a:avLst/>
            </a:prstGeom>
            <a:noFill/>
            <a:ln w="9525" cap="flat" cmpd="sng">
              <a:solidFill>
                <a:schemeClr val="dk1"/>
              </a:solidFill>
              <a:prstDash val="solid"/>
              <a:round/>
              <a:headEnd type="none" w="med" len="med"/>
              <a:tailEnd type="none" w="med" len="med"/>
            </a:ln>
          </p:spPr>
        </p:cxnSp>
        <p:cxnSp>
          <p:nvCxnSpPr>
            <p:cNvPr id="15" name="Google Shape;15;p2"/>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1512075" y="2036300"/>
            <a:ext cx="3205200" cy="1477500"/>
          </a:xfrm>
          <a:prstGeom prst="rect">
            <a:avLst/>
          </a:prstGeom>
        </p:spPr>
        <p:txBody>
          <a:bodyPr spcFirstLastPara="1" wrap="square" lIns="91425" tIns="91425" rIns="91425" bIns="91425" anchor="t" anchorCtr="0">
            <a:noAutofit/>
          </a:bodyPr>
          <a:lstStyle>
            <a:lvl1pPr lvl="0" algn="l">
              <a:spcBef>
                <a:spcPts val="0"/>
              </a:spcBef>
              <a:spcAft>
                <a:spcPts val="0"/>
              </a:spcAft>
              <a:buSzPts val="4500"/>
              <a:buNone/>
              <a:defRPr sz="4200"/>
            </a:lvl1pPr>
            <a:lvl2pPr lvl="1" algn="r">
              <a:spcBef>
                <a:spcPts val="0"/>
              </a:spcBef>
              <a:spcAft>
                <a:spcPts val="0"/>
              </a:spcAft>
              <a:buSzPts val="4500"/>
              <a:buNone/>
              <a:defRPr sz="4500"/>
            </a:lvl2pPr>
            <a:lvl3pPr lvl="2" algn="r">
              <a:spcBef>
                <a:spcPts val="0"/>
              </a:spcBef>
              <a:spcAft>
                <a:spcPts val="0"/>
              </a:spcAft>
              <a:buSzPts val="4500"/>
              <a:buNone/>
              <a:defRPr sz="4500"/>
            </a:lvl3pPr>
            <a:lvl4pPr lvl="3" algn="r">
              <a:spcBef>
                <a:spcPts val="0"/>
              </a:spcBef>
              <a:spcAft>
                <a:spcPts val="0"/>
              </a:spcAft>
              <a:buSzPts val="4500"/>
              <a:buNone/>
              <a:defRPr sz="4500"/>
            </a:lvl4pPr>
            <a:lvl5pPr lvl="4" algn="r">
              <a:spcBef>
                <a:spcPts val="0"/>
              </a:spcBef>
              <a:spcAft>
                <a:spcPts val="0"/>
              </a:spcAft>
              <a:buSzPts val="4500"/>
              <a:buNone/>
              <a:defRPr sz="4500"/>
            </a:lvl5pPr>
            <a:lvl6pPr lvl="5" algn="r">
              <a:spcBef>
                <a:spcPts val="0"/>
              </a:spcBef>
              <a:spcAft>
                <a:spcPts val="0"/>
              </a:spcAft>
              <a:buSzPts val="4500"/>
              <a:buNone/>
              <a:defRPr sz="4500"/>
            </a:lvl6pPr>
            <a:lvl7pPr lvl="6" algn="r">
              <a:spcBef>
                <a:spcPts val="0"/>
              </a:spcBef>
              <a:spcAft>
                <a:spcPts val="0"/>
              </a:spcAft>
              <a:buSzPts val="4500"/>
              <a:buNone/>
              <a:defRPr sz="4500"/>
            </a:lvl7pPr>
            <a:lvl8pPr lvl="7" algn="r">
              <a:spcBef>
                <a:spcPts val="0"/>
              </a:spcBef>
              <a:spcAft>
                <a:spcPts val="0"/>
              </a:spcAft>
              <a:buSzPts val="4500"/>
              <a:buNone/>
              <a:defRPr sz="4500"/>
            </a:lvl8pPr>
            <a:lvl9pPr lvl="8" algn="r">
              <a:spcBef>
                <a:spcPts val="0"/>
              </a:spcBef>
              <a:spcAft>
                <a:spcPts val="0"/>
              </a:spcAft>
              <a:buSzPts val="4500"/>
              <a:buNone/>
              <a:defRPr sz="4500"/>
            </a:lvl9pPr>
          </a:lstStyle>
          <a:p>
            <a:endParaRPr/>
          </a:p>
        </p:txBody>
      </p:sp>
      <p:sp>
        <p:nvSpPr>
          <p:cNvPr id="18" name="Google Shape;18;p3"/>
          <p:cNvSpPr txBox="1">
            <a:spLocks noGrp="1"/>
          </p:cNvSpPr>
          <p:nvPr>
            <p:ph type="title" idx="2" hasCustomPrompt="1"/>
          </p:nvPr>
        </p:nvSpPr>
        <p:spPr>
          <a:xfrm>
            <a:off x="1512075" y="1012500"/>
            <a:ext cx="1076100" cy="870000"/>
          </a:xfrm>
          <a:prstGeom prst="rect">
            <a:avLst/>
          </a:prstGeom>
          <a:noFill/>
        </p:spPr>
        <p:txBody>
          <a:bodyPr spcFirstLastPara="1" wrap="square" lIns="91425" tIns="91425" rIns="91425" bIns="91425" anchor="ctr" anchorCtr="0">
            <a:noAutofit/>
          </a:bodyPr>
          <a:lstStyle>
            <a:lvl1pPr lvl="0" algn="l" rtl="0">
              <a:spcBef>
                <a:spcPts val="0"/>
              </a:spcBef>
              <a:spcAft>
                <a:spcPts val="0"/>
              </a:spcAft>
              <a:buSzPts val="5300"/>
              <a:buNone/>
              <a:defRPr sz="4200"/>
            </a:lvl1pPr>
            <a:lvl2pPr lvl="1" algn="ctr" rtl="0">
              <a:spcBef>
                <a:spcPts val="0"/>
              </a:spcBef>
              <a:spcAft>
                <a:spcPts val="0"/>
              </a:spcAft>
              <a:buSzPts val="5300"/>
              <a:buNone/>
              <a:defRPr sz="5300"/>
            </a:lvl2pPr>
            <a:lvl3pPr lvl="2" algn="ctr" rtl="0">
              <a:spcBef>
                <a:spcPts val="0"/>
              </a:spcBef>
              <a:spcAft>
                <a:spcPts val="0"/>
              </a:spcAft>
              <a:buSzPts val="5300"/>
              <a:buNone/>
              <a:defRPr sz="5300"/>
            </a:lvl3pPr>
            <a:lvl4pPr lvl="3" algn="ctr" rtl="0">
              <a:spcBef>
                <a:spcPts val="0"/>
              </a:spcBef>
              <a:spcAft>
                <a:spcPts val="0"/>
              </a:spcAft>
              <a:buSzPts val="5300"/>
              <a:buNone/>
              <a:defRPr sz="5300"/>
            </a:lvl4pPr>
            <a:lvl5pPr lvl="4" algn="ctr" rtl="0">
              <a:spcBef>
                <a:spcPts val="0"/>
              </a:spcBef>
              <a:spcAft>
                <a:spcPts val="0"/>
              </a:spcAft>
              <a:buSzPts val="5300"/>
              <a:buNone/>
              <a:defRPr sz="5300"/>
            </a:lvl5pPr>
            <a:lvl6pPr lvl="5" algn="ctr" rtl="0">
              <a:spcBef>
                <a:spcPts val="0"/>
              </a:spcBef>
              <a:spcAft>
                <a:spcPts val="0"/>
              </a:spcAft>
              <a:buSzPts val="5300"/>
              <a:buNone/>
              <a:defRPr sz="5300"/>
            </a:lvl6pPr>
            <a:lvl7pPr lvl="6" algn="ctr" rtl="0">
              <a:spcBef>
                <a:spcPts val="0"/>
              </a:spcBef>
              <a:spcAft>
                <a:spcPts val="0"/>
              </a:spcAft>
              <a:buSzPts val="5300"/>
              <a:buNone/>
              <a:defRPr sz="5300"/>
            </a:lvl7pPr>
            <a:lvl8pPr lvl="7" algn="ctr" rtl="0">
              <a:spcBef>
                <a:spcPts val="0"/>
              </a:spcBef>
              <a:spcAft>
                <a:spcPts val="0"/>
              </a:spcAft>
              <a:buSzPts val="5300"/>
              <a:buNone/>
              <a:defRPr sz="5300"/>
            </a:lvl8pPr>
            <a:lvl9pPr lvl="8" algn="ctr" rtl="0">
              <a:spcBef>
                <a:spcPts val="0"/>
              </a:spcBef>
              <a:spcAft>
                <a:spcPts val="0"/>
              </a:spcAft>
              <a:buSzPts val="5300"/>
              <a:buNone/>
              <a:defRPr sz="5300"/>
            </a:lvl9pPr>
          </a:lstStyle>
          <a:p>
            <a:r>
              <a:t>xx%</a:t>
            </a:r>
          </a:p>
        </p:txBody>
      </p:sp>
      <p:sp>
        <p:nvSpPr>
          <p:cNvPr id="19" name="Google Shape;19;p3"/>
          <p:cNvSpPr txBox="1">
            <a:spLocks noGrp="1"/>
          </p:cNvSpPr>
          <p:nvPr>
            <p:ph type="subTitle" idx="1"/>
          </p:nvPr>
        </p:nvSpPr>
        <p:spPr>
          <a:xfrm>
            <a:off x="1512075" y="3573275"/>
            <a:ext cx="3205200" cy="6975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850"/>
              <a:buNone/>
              <a:defRPr sz="1550"/>
            </a:lvl1pPr>
            <a:lvl2pPr lvl="1" algn="r" rtl="0">
              <a:lnSpc>
                <a:spcPct val="115000"/>
              </a:lnSpc>
              <a:spcBef>
                <a:spcPts val="0"/>
              </a:spcBef>
              <a:spcAft>
                <a:spcPts val="0"/>
              </a:spcAft>
              <a:buSzPts val="1850"/>
              <a:buNone/>
              <a:defRPr sz="1850"/>
            </a:lvl2pPr>
            <a:lvl3pPr lvl="2" algn="r" rtl="0">
              <a:lnSpc>
                <a:spcPct val="115000"/>
              </a:lnSpc>
              <a:spcBef>
                <a:spcPts val="0"/>
              </a:spcBef>
              <a:spcAft>
                <a:spcPts val="0"/>
              </a:spcAft>
              <a:buSzPts val="1850"/>
              <a:buNone/>
              <a:defRPr sz="1850"/>
            </a:lvl3pPr>
            <a:lvl4pPr lvl="3" algn="r" rtl="0">
              <a:lnSpc>
                <a:spcPct val="115000"/>
              </a:lnSpc>
              <a:spcBef>
                <a:spcPts val="0"/>
              </a:spcBef>
              <a:spcAft>
                <a:spcPts val="0"/>
              </a:spcAft>
              <a:buSzPts val="1850"/>
              <a:buNone/>
              <a:defRPr sz="1850"/>
            </a:lvl4pPr>
            <a:lvl5pPr lvl="4" algn="r" rtl="0">
              <a:lnSpc>
                <a:spcPct val="115000"/>
              </a:lnSpc>
              <a:spcBef>
                <a:spcPts val="0"/>
              </a:spcBef>
              <a:spcAft>
                <a:spcPts val="0"/>
              </a:spcAft>
              <a:buSzPts val="1850"/>
              <a:buNone/>
              <a:defRPr sz="1850"/>
            </a:lvl5pPr>
            <a:lvl6pPr lvl="5" algn="r" rtl="0">
              <a:lnSpc>
                <a:spcPct val="115000"/>
              </a:lnSpc>
              <a:spcBef>
                <a:spcPts val="0"/>
              </a:spcBef>
              <a:spcAft>
                <a:spcPts val="0"/>
              </a:spcAft>
              <a:buSzPts val="1850"/>
              <a:buNone/>
              <a:defRPr sz="1850"/>
            </a:lvl6pPr>
            <a:lvl7pPr lvl="6" algn="r" rtl="0">
              <a:lnSpc>
                <a:spcPct val="115000"/>
              </a:lnSpc>
              <a:spcBef>
                <a:spcPts val="0"/>
              </a:spcBef>
              <a:spcAft>
                <a:spcPts val="0"/>
              </a:spcAft>
              <a:buSzPts val="1850"/>
              <a:buNone/>
              <a:defRPr sz="1850"/>
            </a:lvl7pPr>
            <a:lvl8pPr lvl="7" algn="r" rtl="0">
              <a:lnSpc>
                <a:spcPct val="115000"/>
              </a:lnSpc>
              <a:spcBef>
                <a:spcPts val="0"/>
              </a:spcBef>
              <a:spcAft>
                <a:spcPts val="0"/>
              </a:spcAft>
              <a:buSzPts val="1850"/>
              <a:buNone/>
              <a:defRPr sz="1850"/>
            </a:lvl8pPr>
            <a:lvl9pPr lvl="8" algn="r" rtl="0">
              <a:lnSpc>
                <a:spcPct val="115000"/>
              </a:lnSpc>
              <a:spcBef>
                <a:spcPts val="0"/>
              </a:spcBef>
              <a:spcAft>
                <a:spcPts val="0"/>
              </a:spcAft>
              <a:buSzPts val="1850"/>
              <a:buNone/>
              <a:defRPr sz="1850"/>
            </a:lvl9pPr>
          </a:lstStyle>
          <a:p>
            <a:endParaRPr/>
          </a:p>
        </p:txBody>
      </p:sp>
      <p:sp>
        <p:nvSpPr>
          <p:cNvPr id="20" name="Google Shape;20;p3"/>
          <p:cNvSpPr/>
          <p:nvPr/>
        </p:nvSpPr>
        <p:spPr>
          <a:xfrm>
            <a:off x="829110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 name="Google Shape;21;p3"/>
          <p:cNvCxnSpPr/>
          <p:nvPr/>
        </p:nvCxnSpPr>
        <p:spPr>
          <a:xfrm>
            <a:off x="4273200" y="4876025"/>
            <a:ext cx="48708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24" name="Google Shape;24;p4"/>
          <p:cNvSpPr txBox="1">
            <a:spLocks noGrp="1"/>
          </p:cNvSpPr>
          <p:nvPr>
            <p:ph type="subTitle" idx="1"/>
          </p:nvPr>
        </p:nvSpPr>
        <p:spPr>
          <a:xfrm>
            <a:off x="713250" y="1217050"/>
            <a:ext cx="7717500" cy="400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5" name="Google Shape;25;p4"/>
          <p:cNvSpPr/>
          <p:nvPr/>
        </p:nvSpPr>
        <p:spPr>
          <a:xfrm flipH="1">
            <a:off x="0" y="0"/>
            <a:ext cx="91440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 name="Google Shape;26;p4"/>
          <p:cNvGrpSpPr/>
          <p:nvPr/>
        </p:nvGrpSpPr>
        <p:grpSpPr>
          <a:xfrm>
            <a:off x="150" y="0"/>
            <a:ext cx="8860050" cy="4876025"/>
            <a:chOff x="150" y="0"/>
            <a:chExt cx="8860050" cy="4876025"/>
          </a:xfrm>
        </p:grpSpPr>
        <p:cxnSp>
          <p:nvCxnSpPr>
            <p:cNvPr id="27" name="Google Shape;27;p4"/>
            <p:cNvCxnSpPr/>
            <p:nvPr/>
          </p:nvCxnSpPr>
          <p:spPr>
            <a:xfrm>
              <a:off x="8860200" y="0"/>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28" name="Google Shape;28;p4"/>
            <p:cNvCxnSpPr/>
            <p:nvPr/>
          </p:nvCxnSpPr>
          <p:spPr>
            <a:xfrm rot="10800000">
              <a:off x="150" y="4876025"/>
              <a:ext cx="84447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31" name="Google Shape;31;p5"/>
          <p:cNvSpPr txBox="1">
            <a:spLocks noGrp="1"/>
          </p:cNvSpPr>
          <p:nvPr>
            <p:ph type="subTitle" idx="1"/>
          </p:nvPr>
        </p:nvSpPr>
        <p:spPr>
          <a:xfrm>
            <a:off x="2954672" y="2027976"/>
            <a:ext cx="4312200" cy="648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32" name="Google Shape;32;p5"/>
          <p:cNvSpPr txBox="1">
            <a:spLocks noGrp="1"/>
          </p:cNvSpPr>
          <p:nvPr>
            <p:ph type="subTitle" idx="2"/>
          </p:nvPr>
        </p:nvSpPr>
        <p:spPr>
          <a:xfrm>
            <a:off x="2954672" y="1519425"/>
            <a:ext cx="4312200" cy="523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33" name="Google Shape;33;p5"/>
          <p:cNvSpPr txBox="1">
            <a:spLocks noGrp="1"/>
          </p:cNvSpPr>
          <p:nvPr>
            <p:ph type="subTitle" idx="3"/>
          </p:nvPr>
        </p:nvSpPr>
        <p:spPr>
          <a:xfrm>
            <a:off x="2954649" y="3619500"/>
            <a:ext cx="4312200" cy="648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34" name="Google Shape;34;p5"/>
          <p:cNvSpPr txBox="1">
            <a:spLocks noGrp="1"/>
          </p:cNvSpPr>
          <p:nvPr>
            <p:ph type="subTitle" idx="4"/>
          </p:nvPr>
        </p:nvSpPr>
        <p:spPr>
          <a:xfrm>
            <a:off x="2954649" y="3110949"/>
            <a:ext cx="4312200" cy="523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35" name="Google Shape;35;p5"/>
          <p:cNvSpPr/>
          <p:nvPr/>
        </p:nvSpPr>
        <p:spPr>
          <a:xfrm flipH="1">
            <a:off x="0" y="0"/>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6" name="Google Shape;36;p5"/>
          <p:cNvCxnSpPr/>
          <p:nvPr/>
        </p:nvCxnSpPr>
        <p:spPr>
          <a:xfrm rot="10800000">
            <a:off x="8864825" y="0"/>
            <a:ext cx="0" cy="41310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39" name="Google Shape;39;p6"/>
          <p:cNvSpPr/>
          <p:nvPr/>
        </p:nvSpPr>
        <p:spPr>
          <a:xfrm>
            <a:off x="0" y="0"/>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 name="Google Shape;40;p6"/>
          <p:cNvGrpSpPr/>
          <p:nvPr/>
        </p:nvGrpSpPr>
        <p:grpSpPr>
          <a:xfrm>
            <a:off x="141900" y="-26"/>
            <a:ext cx="9002025" cy="4876051"/>
            <a:chOff x="141900" y="-26"/>
            <a:chExt cx="9002025" cy="4876051"/>
          </a:xfrm>
        </p:grpSpPr>
        <p:cxnSp>
          <p:nvCxnSpPr>
            <p:cNvPr id="41" name="Google Shape;41;p6"/>
            <p:cNvCxnSpPr/>
            <p:nvPr/>
          </p:nvCxnSpPr>
          <p:spPr>
            <a:xfrm>
              <a:off x="4576425" y="4876025"/>
              <a:ext cx="4567500" cy="0"/>
            </a:xfrm>
            <a:prstGeom prst="straightConnector1">
              <a:avLst/>
            </a:prstGeom>
            <a:noFill/>
            <a:ln w="9525" cap="flat" cmpd="sng">
              <a:solidFill>
                <a:schemeClr val="dk1"/>
              </a:solidFill>
              <a:prstDash val="solid"/>
              <a:round/>
              <a:headEnd type="none" w="med" len="med"/>
              <a:tailEnd type="none" w="med" len="med"/>
            </a:ln>
          </p:spPr>
        </p:cxnSp>
        <p:cxnSp>
          <p:nvCxnSpPr>
            <p:cNvPr id="42" name="Google Shape;42;p6"/>
            <p:cNvCxnSpPr/>
            <p:nvPr/>
          </p:nvCxnSpPr>
          <p:spPr>
            <a:xfrm rot="10800000">
              <a:off x="141900" y="-26"/>
              <a:ext cx="0" cy="39585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1"/>
        <p:cNvGrpSpPr/>
        <p:nvPr/>
      </p:nvGrpSpPr>
      <p:grpSpPr>
        <a:xfrm>
          <a:off x="0" y="0"/>
          <a:ext cx="0" cy="0"/>
          <a:chOff x="0" y="0"/>
          <a:chExt cx="0" cy="0"/>
        </a:xfrm>
      </p:grpSpPr>
      <p:sp>
        <p:nvSpPr>
          <p:cNvPr id="52" name="Google Shape;52;p8"/>
          <p:cNvSpPr txBox="1">
            <a:spLocks noGrp="1"/>
          </p:cNvSpPr>
          <p:nvPr>
            <p:ph type="title"/>
          </p:nvPr>
        </p:nvSpPr>
        <p:spPr>
          <a:xfrm>
            <a:off x="2253750" y="1670575"/>
            <a:ext cx="4636500" cy="1847100"/>
          </a:xfrm>
          <a:prstGeom prst="rect">
            <a:avLst/>
          </a:prstGeom>
        </p:spPr>
        <p:txBody>
          <a:bodyPr spcFirstLastPara="1" wrap="square" lIns="91425" tIns="91425" rIns="91425" bIns="91425" anchor="ctr" anchorCtr="0">
            <a:noAutofit/>
          </a:bodyPr>
          <a:lstStyle>
            <a:lvl1pPr lvl="0">
              <a:lnSpc>
                <a:spcPct val="90000"/>
              </a:lnSpc>
              <a:spcBef>
                <a:spcPts val="0"/>
              </a:spcBef>
              <a:spcAft>
                <a:spcPts val="0"/>
              </a:spcAft>
              <a:buSzPts val="6000"/>
              <a:buNone/>
              <a:defRPr sz="6000"/>
            </a:lvl1pPr>
            <a:lvl2pPr lvl="1">
              <a:lnSpc>
                <a:spcPct val="90000"/>
              </a:lnSpc>
              <a:spcBef>
                <a:spcPts val="0"/>
              </a:spcBef>
              <a:spcAft>
                <a:spcPts val="0"/>
              </a:spcAft>
              <a:buSzPts val="6000"/>
              <a:buNone/>
              <a:defRPr sz="6000"/>
            </a:lvl2pPr>
            <a:lvl3pPr lvl="2">
              <a:lnSpc>
                <a:spcPct val="90000"/>
              </a:lnSpc>
              <a:spcBef>
                <a:spcPts val="0"/>
              </a:spcBef>
              <a:spcAft>
                <a:spcPts val="0"/>
              </a:spcAft>
              <a:buSzPts val="6000"/>
              <a:buNone/>
              <a:defRPr sz="6000"/>
            </a:lvl3pPr>
            <a:lvl4pPr lvl="3">
              <a:lnSpc>
                <a:spcPct val="90000"/>
              </a:lnSpc>
              <a:spcBef>
                <a:spcPts val="0"/>
              </a:spcBef>
              <a:spcAft>
                <a:spcPts val="0"/>
              </a:spcAft>
              <a:buSzPts val="6000"/>
              <a:buNone/>
              <a:defRPr sz="6000"/>
            </a:lvl4pPr>
            <a:lvl5pPr lvl="4">
              <a:lnSpc>
                <a:spcPct val="90000"/>
              </a:lnSpc>
              <a:spcBef>
                <a:spcPts val="0"/>
              </a:spcBef>
              <a:spcAft>
                <a:spcPts val="0"/>
              </a:spcAft>
              <a:buSzPts val="6000"/>
              <a:buNone/>
              <a:defRPr sz="6000"/>
            </a:lvl5pPr>
            <a:lvl6pPr lvl="5">
              <a:lnSpc>
                <a:spcPct val="90000"/>
              </a:lnSpc>
              <a:spcBef>
                <a:spcPts val="0"/>
              </a:spcBef>
              <a:spcAft>
                <a:spcPts val="0"/>
              </a:spcAft>
              <a:buSzPts val="6000"/>
              <a:buNone/>
              <a:defRPr sz="6000"/>
            </a:lvl6pPr>
            <a:lvl7pPr lvl="6">
              <a:lnSpc>
                <a:spcPct val="90000"/>
              </a:lnSpc>
              <a:spcBef>
                <a:spcPts val="0"/>
              </a:spcBef>
              <a:spcAft>
                <a:spcPts val="0"/>
              </a:spcAft>
              <a:buSzPts val="6000"/>
              <a:buNone/>
              <a:defRPr sz="6000"/>
            </a:lvl7pPr>
            <a:lvl8pPr lvl="7">
              <a:lnSpc>
                <a:spcPct val="90000"/>
              </a:lnSpc>
              <a:spcBef>
                <a:spcPts val="0"/>
              </a:spcBef>
              <a:spcAft>
                <a:spcPts val="0"/>
              </a:spcAft>
              <a:buSzPts val="6000"/>
              <a:buNone/>
              <a:defRPr sz="6000"/>
            </a:lvl8pPr>
            <a:lvl9pPr lvl="8">
              <a:lnSpc>
                <a:spcPct val="90000"/>
              </a:lnSpc>
              <a:spcBef>
                <a:spcPts val="0"/>
              </a:spcBef>
              <a:spcAft>
                <a:spcPts val="0"/>
              </a:spcAft>
              <a:buSzPts val="6000"/>
              <a:buNone/>
              <a:defRPr sz="6000"/>
            </a:lvl9pPr>
          </a:lstStyle>
          <a:p>
            <a:endParaRPr/>
          </a:p>
        </p:txBody>
      </p:sp>
      <p:sp>
        <p:nvSpPr>
          <p:cNvPr id="53" name="Google Shape;53;p8"/>
          <p:cNvSpPr/>
          <p:nvPr/>
        </p:nvSpPr>
        <p:spPr>
          <a:xfrm flipH="1">
            <a:off x="-55375"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 name="Google Shape;54;p8"/>
          <p:cNvGrpSpPr/>
          <p:nvPr/>
        </p:nvGrpSpPr>
        <p:grpSpPr>
          <a:xfrm flipH="1">
            <a:off x="-55200" y="539500"/>
            <a:ext cx="9199200" cy="4604000"/>
            <a:chOff x="-55375" y="539500"/>
            <a:chExt cx="9199200" cy="4604000"/>
          </a:xfrm>
        </p:grpSpPr>
        <p:cxnSp>
          <p:nvCxnSpPr>
            <p:cNvPr id="55" name="Google Shape;55;p8"/>
            <p:cNvCxnSpPr/>
            <p:nvPr/>
          </p:nvCxnSpPr>
          <p:spPr>
            <a:xfrm>
              <a:off x="-55375" y="4608575"/>
              <a:ext cx="5659200" cy="0"/>
            </a:xfrm>
            <a:prstGeom prst="straightConnector1">
              <a:avLst/>
            </a:prstGeom>
            <a:noFill/>
            <a:ln w="9525" cap="flat" cmpd="sng">
              <a:solidFill>
                <a:schemeClr val="dk1"/>
              </a:solidFill>
              <a:prstDash val="solid"/>
              <a:round/>
              <a:headEnd type="none" w="med" len="med"/>
              <a:tailEnd type="none" w="med" len="med"/>
            </a:ln>
          </p:spPr>
        </p:cxnSp>
        <p:cxnSp>
          <p:nvCxnSpPr>
            <p:cNvPr id="56" name="Google Shape;56;p8"/>
            <p:cNvCxnSpPr/>
            <p:nvPr/>
          </p:nvCxnSpPr>
          <p:spPr>
            <a:xfrm>
              <a:off x="4502525" y="539500"/>
              <a:ext cx="4641300" cy="0"/>
            </a:xfrm>
            <a:prstGeom prst="straightConnector1">
              <a:avLst/>
            </a:prstGeom>
            <a:noFill/>
            <a:ln w="9525" cap="flat" cmpd="sng">
              <a:solidFill>
                <a:schemeClr val="dk1"/>
              </a:solidFill>
              <a:prstDash val="solid"/>
              <a:round/>
              <a:headEnd type="none" w="med" len="med"/>
              <a:tailEnd type="none" w="med" len="med"/>
            </a:ln>
          </p:spPr>
        </p:cxnSp>
        <p:cxnSp>
          <p:nvCxnSpPr>
            <p:cNvPr id="57" name="Google Shape;57;p8"/>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2143050" y="1461775"/>
            <a:ext cx="4857900" cy="800400"/>
          </a:xfrm>
          <a:prstGeom prst="rect">
            <a:avLst/>
          </a:prstGeom>
        </p:spPr>
        <p:txBody>
          <a:bodyPr spcFirstLastPara="1" wrap="square" lIns="91425" tIns="91425" rIns="91425" bIns="91425" anchor="t" anchorCtr="0">
            <a:noAutofit/>
          </a:bodyPr>
          <a:lstStyle>
            <a:lvl1pPr lvl="0">
              <a:spcBef>
                <a:spcPts val="0"/>
              </a:spcBef>
              <a:spcAft>
                <a:spcPts val="0"/>
              </a:spcAft>
              <a:buSzPts val="6000"/>
              <a:buNone/>
              <a:defRPr sz="4000"/>
            </a:lvl1pPr>
            <a:lvl2pPr lvl="1" algn="l">
              <a:spcBef>
                <a:spcPts val="0"/>
              </a:spcBef>
              <a:spcAft>
                <a:spcPts val="0"/>
              </a:spcAft>
              <a:buSzPts val="6000"/>
              <a:buNone/>
              <a:defRPr sz="6000"/>
            </a:lvl2pPr>
            <a:lvl3pPr lvl="2" algn="l">
              <a:spcBef>
                <a:spcPts val="0"/>
              </a:spcBef>
              <a:spcAft>
                <a:spcPts val="0"/>
              </a:spcAft>
              <a:buSzPts val="6000"/>
              <a:buNone/>
              <a:defRPr sz="6000"/>
            </a:lvl3pPr>
            <a:lvl4pPr lvl="3" algn="l">
              <a:spcBef>
                <a:spcPts val="0"/>
              </a:spcBef>
              <a:spcAft>
                <a:spcPts val="0"/>
              </a:spcAft>
              <a:buSzPts val="6000"/>
              <a:buNone/>
              <a:defRPr sz="6000"/>
            </a:lvl4pPr>
            <a:lvl5pPr lvl="4" algn="l">
              <a:spcBef>
                <a:spcPts val="0"/>
              </a:spcBef>
              <a:spcAft>
                <a:spcPts val="0"/>
              </a:spcAft>
              <a:buSzPts val="6000"/>
              <a:buNone/>
              <a:defRPr sz="6000"/>
            </a:lvl5pPr>
            <a:lvl6pPr lvl="5" algn="l">
              <a:spcBef>
                <a:spcPts val="0"/>
              </a:spcBef>
              <a:spcAft>
                <a:spcPts val="0"/>
              </a:spcAft>
              <a:buSzPts val="6000"/>
              <a:buNone/>
              <a:defRPr sz="6000"/>
            </a:lvl6pPr>
            <a:lvl7pPr lvl="6" algn="l">
              <a:spcBef>
                <a:spcPts val="0"/>
              </a:spcBef>
              <a:spcAft>
                <a:spcPts val="0"/>
              </a:spcAft>
              <a:buSzPts val="6000"/>
              <a:buNone/>
              <a:defRPr sz="6000"/>
            </a:lvl7pPr>
            <a:lvl8pPr lvl="7" algn="l">
              <a:spcBef>
                <a:spcPts val="0"/>
              </a:spcBef>
              <a:spcAft>
                <a:spcPts val="0"/>
              </a:spcAft>
              <a:buSzPts val="6000"/>
              <a:buNone/>
              <a:defRPr sz="6000"/>
            </a:lvl8pPr>
            <a:lvl9pPr lvl="8" algn="l">
              <a:spcBef>
                <a:spcPts val="0"/>
              </a:spcBef>
              <a:spcAft>
                <a:spcPts val="0"/>
              </a:spcAft>
              <a:buSzPts val="6000"/>
              <a:buNone/>
              <a:defRPr sz="6000"/>
            </a:lvl9pPr>
          </a:lstStyle>
          <a:p>
            <a:endParaRPr/>
          </a:p>
        </p:txBody>
      </p:sp>
      <p:sp>
        <p:nvSpPr>
          <p:cNvPr id="60" name="Google Shape;60;p9"/>
          <p:cNvSpPr txBox="1">
            <a:spLocks noGrp="1"/>
          </p:cNvSpPr>
          <p:nvPr>
            <p:ph type="subTitle" idx="1"/>
          </p:nvPr>
        </p:nvSpPr>
        <p:spPr>
          <a:xfrm>
            <a:off x="2143050" y="2360663"/>
            <a:ext cx="4857900" cy="12465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850"/>
              <a:buNone/>
              <a:defRPr sz="1550"/>
            </a:lvl1pPr>
            <a:lvl2pPr lvl="1">
              <a:lnSpc>
                <a:spcPct val="115000"/>
              </a:lnSpc>
              <a:spcBef>
                <a:spcPts val="0"/>
              </a:spcBef>
              <a:spcAft>
                <a:spcPts val="0"/>
              </a:spcAft>
              <a:buSzPts val="1850"/>
              <a:buNone/>
              <a:defRPr sz="1850"/>
            </a:lvl2pPr>
            <a:lvl3pPr lvl="2">
              <a:lnSpc>
                <a:spcPct val="115000"/>
              </a:lnSpc>
              <a:spcBef>
                <a:spcPts val="0"/>
              </a:spcBef>
              <a:spcAft>
                <a:spcPts val="0"/>
              </a:spcAft>
              <a:buSzPts val="1850"/>
              <a:buNone/>
              <a:defRPr sz="1850"/>
            </a:lvl3pPr>
            <a:lvl4pPr lvl="3">
              <a:lnSpc>
                <a:spcPct val="115000"/>
              </a:lnSpc>
              <a:spcBef>
                <a:spcPts val="0"/>
              </a:spcBef>
              <a:spcAft>
                <a:spcPts val="0"/>
              </a:spcAft>
              <a:buSzPts val="1850"/>
              <a:buNone/>
              <a:defRPr sz="1850"/>
            </a:lvl4pPr>
            <a:lvl5pPr lvl="4">
              <a:lnSpc>
                <a:spcPct val="115000"/>
              </a:lnSpc>
              <a:spcBef>
                <a:spcPts val="0"/>
              </a:spcBef>
              <a:spcAft>
                <a:spcPts val="0"/>
              </a:spcAft>
              <a:buSzPts val="1850"/>
              <a:buNone/>
              <a:defRPr sz="1850"/>
            </a:lvl5pPr>
            <a:lvl6pPr lvl="5">
              <a:lnSpc>
                <a:spcPct val="115000"/>
              </a:lnSpc>
              <a:spcBef>
                <a:spcPts val="0"/>
              </a:spcBef>
              <a:spcAft>
                <a:spcPts val="0"/>
              </a:spcAft>
              <a:buSzPts val="1850"/>
              <a:buNone/>
              <a:defRPr sz="1850"/>
            </a:lvl6pPr>
            <a:lvl7pPr lvl="6">
              <a:lnSpc>
                <a:spcPct val="115000"/>
              </a:lnSpc>
              <a:spcBef>
                <a:spcPts val="0"/>
              </a:spcBef>
              <a:spcAft>
                <a:spcPts val="0"/>
              </a:spcAft>
              <a:buSzPts val="1850"/>
              <a:buNone/>
              <a:defRPr sz="1850"/>
            </a:lvl7pPr>
            <a:lvl8pPr lvl="7">
              <a:lnSpc>
                <a:spcPct val="115000"/>
              </a:lnSpc>
              <a:spcBef>
                <a:spcPts val="0"/>
              </a:spcBef>
              <a:spcAft>
                <a:spcPts val="0"/>
              </a:spcAft>
              <a:buSzPts val="1850"/>
              <a:buNone/>
              <a:defRPr sz="1850"/>
            </a:lvl8pPr>
            <a:lvl9pPr lvl="8">
              <a:lnSpc>
                <a:spcPct val="115000"/>
              </a:lnSpc>
              <a:spcBef>
                <a:spcPts val="0"/>
              </a:spcBef>
              <a:spcAft>
                <a:spcPts val="0"/>
              </a:spcAft>
              <a:buSzPts val="1850"/>
              <a:buNone/>
              <a:defRPr sz="1850"/>
            </a:lvl9pPr>
          </a:lstStyle>
          <a:p>
            <a:endParaRPr/>
          </a:p>
        </p:txBody>
      </p:sp>
      <p:sp>
        <p:nvSpPr>
          <p:cNvPr id="61" name="Google Shape;61;p9"/>
          <p:cNvSpPr/>
          <p:nvPr/>
        </p:nvSpPr>
        <p:spPr>
          <a:xfrm>
            <a:off x="75" y="4426700"/>
            <a:ext cx="9144000" cy="711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 name="Google Shape;62;p9"/>
          <p:cNvGrpSpPr/>
          <p:nvPr/>
        </p:nvGrpSpPr>
        <p:grpSpPr>
          <a:xfrm>
            <a:off x="712700" y="539500"/>
            <a:ext cx="8431300" cy="4604000"/>
            <a:chOff x="712700" y="539500"/>
            <a:chExt cx="8431300" cy="4604000"/>
          </a:xfrm>
        </p:grpSpPr>
        <p:cxnSp>
          <p:nvCxnSpPr>
            <p:cNvPr id="63" name="Google Shape;63;p9"/>
            <p:cNvCxnSpPr/>
            <p:nvPr/>
          </p:nvCxnSpPr>
          <p:spPr>
            <a:xfrm>
              <a:off x="4572000" y="539500"/>
              <a:ext cx="4572000" cy="0"/>
            </a:xfrm>
            <a:prstGeom prst="straightConnector1">
              <a:avLst/>
            </a:prstGeom>
            <a:noFill/>
            <a:ln w="9525" cap="flat" cmpd="sng">
              <a:solidFill>
                <a:schemeClr val="dk1"/>
              </a:solidFill>
              <a:prstDash val="solid"/>
              <a:round/>
              <a:headEnd type="none" w="med" len="med"/>
              <a:tailEnd type="none" w="med" len="med"/>
            </a:ln>
          </p:spPr>
        </p:cxnSp>
        <p:cxnSp>
          <p:nvCxnSpPr>
            <p:cNvPr id="64" name="Google Shape;64;p9"/>
            <p:cNvCxnSpPr/>
            <p:nvPr/>
          </p:nvCxnSpPr>
          <p:spPr>
            <a:xfrm rot="10800000">
              <a:off x="712700" y="1685400"/>
              <a:ext cx="0" cy="34581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8"/>
        <p:cNvGrpSpPr/>
        <p:nvPr/>
      </p:nvGrpSpPr>
      <p:grpSpPr>
        <a:xfrm>
          <a:off x="0" y="0"/>
          <a:ext cx="0" cy="0"/>
          <a:chOff x="0" y="0"/>
          <a:chExt cx="0" cy="0"/>
        </a:xfrm>
      </p:grpSpPr>
      <p:sp>
        <p:nvSpPr>
          <p:cNvPr id="69" name="Google Shape;69;p11"/>
          <p:cNvSpPr txBox="1">
            <a:spLocks noGrp="1"/>
          </p:cNvSpPr>
          <p:nvPr>
            <p:ph type="title" hasCustomPrompt="1"/>
          </p:nvPr>
        </p:nvSpPr>
        <p:spPr>
          <a:xfrm>
            <a:off x="1604400" y="1600075"/>
            <a:ext cx="5935200" cy="1323600"/>
          </a:xfrm>
          <a:prstGeom prst="rect">
            <a:avLst/>
          </a:prstGeom>
        </p:spPr>
        <p:txBody>
          <a:bodyPr spcFirstLastPara="1" wrap="square" lIns="91425" tIns="91425" rIns="91425" bIns="91425" anchor="ctr" anchorCtr="0">
            <a:noAutofit/>
          </a:bodyPr>
          <a:lstStyle>
            <a:lvl1pPr lvl="0" algn="ctr">
              <a:spcBef>
                <a:spcPts val="0"/>
              </a:spcBef>
              <a:spcAft>
                <a:spcPts val="0"/>
              </a:spcAft>
              <a:buSzPts val="13000"/>
              <a:buNone/>
              <a:defRPr sz="7400"/>
            </a:lvl1pPr>
            <a:lvl2pPr lvl="1" algn="ctr">
              <a:spcBef>
                <a:spcPts val="0"/>
              </a:spcBef>
              <a:spcAft>
                <a:spcPts val="0"/>
              </a:spcAft>
              <a:buSzPts val="13000"/>
              <a:buNone/>
              <a:defRPr sz="13000"/>
            </a:lvl2pPr>
            <a:lvl3pPr lvl="2" algn="ctr">
              <a:spcBef>
                <a:spcPts val="0"/>
              </a:spcBef>
              <a:spcAft>
                <a:spcPts val="0"/>
              </a:spcAft>
              <a:buSzPts val="13000"/>
              <a:buNone/>
              <a:defRPr sz="13000"/>
            </a:lvl3pPr>
            <a:lvl4pPr lvl="3" algn="ctr">
              <a:spcBef>
                <a:spcPts val="0"/>
              </a:spcBef>
              <a:spcAft>
                <a:spcPts val="0"/>
              </a:spcAft>
              <a:buSzPts val="13000"/>
              <a:buNone/>
              <a:defRPr sz="13000"/>
            </a:lvl4pPr>
            <a:lvl5pPr lvl="4" algn="ctr">
              <a:spcBef>
                <a:spcPts val="0"/>
              </a:spcBef>
              <a:spcAft>
                <a:spcPts val="0"/>
              </a:spcAft>
              <a:buSzPts val="13000"/>
              <a:buNone/>
              <a:defRPr sz="13000"/>
            </a:lvl5pPr>
            <a:lvl6pPr lvl="5" algn="ctr">
              <a:spcBef>
                <a:spcPts val="0"/>
              </a:spcBef>
              <a:spcAft>
                <a:spcPts val="0"/>
              </a:spcAft>
              <a:buSzPts val="13000"/>
              <a:buNone/>
              <a:defRPr sz="13000"/>
            </a:lvl6pPr>
            <a:lvl7pPr lvl="6" algn="ctr">
              <a:spcBef>
                <a:spcPts val="0"/>
              </a:spcBef>
              <a:spcAft>
                <a:spcPts val="0"/>
              </a:spcAft>
              <a:buSzPts val="13000"/>
              <a:buNone/>
              <a:defRPr sz="13000"/>
            </a:lvl7pPr>
            <a:lvl8pPr lvl="7" algn="ctr">
              <a:spcBef>
                <a:spcPts val="0"/>
              </a:spcBef>
              <a:spcAft>
                <a:spcPts val="0"/>
              </a:spcAft>
              <a:buSzPts val="13000"/>
              <a:buNone/>
              <a:defRPr sz="13000"/>
            </a:lvl8pPr>
            <a:lvl9pPr lvl="8" algn="ctr">
              <a:spcBef>
                <a:spcPts val="0"/>
              </a:spcBef>
              <a:spcAft>
                <a:spcPts val="0"/>
              </a:spcAft>
              <a:buSzPts val="13000"/>
              <a:buNone/>
              <a:defRPr sz="13000"/>
            </a:lvl9pPr>
          </a:lstStyle>
          <a:p>
            <a:r>
              <a:t>xx%</a:t>
            </a:r>
          </a:p>
        </p:txBody>
      </p:sp>
      <p:sp>
        <p:nvSpPr>
          <p:cNvPr id="70" name="Google Shape;70;p11"/>
          <p:cNvSpPr txBox="1">
            <a:spLocks noGrp="1"/>
          </p:cNvSpPr>
          <p:nvPr>
            <p:ph type="subTitle" idx="1"/>
          </p:nvPr>
        </p:nvSpPr>
        <p:spPr>
          <a:xfrm>
            <a:off x="1604400" y="2923675"/>
            <a:ext cx="5935200" cy="423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850"/>
              <a:buNone/>
              <a:defRPr sz="1550"/>
            </a:lvl1pPr>
            <a:lvl2pPr lvl="1" algn="ctr" rtl="0">
              <a:lnSpc>
                <a:spcPct val="115000"/>
              </a:lnSpc>
              <a:spcBef>
                <a:spcPts val="0"/>
              </a:spcBef>
              <a:spcAft>
                <a:spcPts val="0"/>
              </a:spcAft>
              <a:buSzPts val="1850"/>
              <a:buNone/>
              <a:defRPr sz="1850"/>
            </a:lvl2pPr>
            <a:lvl3pPr lvl="2" algn="ctr" rtl="0">
              <a:lnSpc>
                <a:spcPct val="115000"/>
              </a:lnSpc>
              <a:spcBef>
                <a:spcPts val="0"/>
              </a:spcBef>
              <a:spcAft>
                <a:spcPts val="0"/>
              </a:spcAft>
              <a:buSzPts val="1850"/>
              <a:buNone/>
              <a:defRPr sz="1850"/>
            </a:lvl3pPr>
            <a:lvl4pPr lvl="3" algn="ctr" rtl="0">
              <a:lnSpc>
                <a:spcPct val="115000"/>
              </a:lnSpc>
              <a:spcBef>
                <a:spcPts val="0"/>
              </a:spcBef>
              <a:spcAft>
                <a:spcPts val="0"/>
              </a:spcAft>
              <a:buSzPts val="1850"/>
              <a:buNone/>
              <a:defRPr sz="1850"/>
            </a:lvl4pPr>
            <a:lvl5pPr lvl="4" algn="ctr" rtl="0">
              <a:lnSpc>
                <a:spcPct val="115000"/>
              </a:lnSpc>
              <a:spcBef>
                <a:spcPts val="0"/>
              </a:spcBef>
              <a:spcAft>
                <a:spcPts val="0"/>
              </a:spcAft>
              <a:buSzPts val="1850"/>
              <a:buNone/>
              <a:defRPr sz="1850"/>
            </a:lvl5pPr>
            <a:lvl6pPr lvl="5" algn="ctr" rtl="0">
              <a:lnSpc>
                <a:spcPct val="115000"/>
              </a:lnSpc>
              <a:spcBef>
                <a:spcPts val="0"/>
              </a:spcBef>
              <a:spcAft>
                <a:spcPts val="0"/>
              </a:spcAft>
              <a:buSzPts val="1850"/>
              <a:buNone/>
              <a:defRPr sz="1850"/>
            </a:lvl6pPr>
            <a:lvl7pPr lvl="6" algn="ctr" rtl="0">
              <a:lnSpc>
                <a:spcPct val="115000"/>
              </a:lnSpc>
              <a:spcBef>
                <a:spcPts val="0"/>
              </a:spcBef>
              <a:spcAft>
                <a:spcPts val="0"/>
              </a:spcAft>
              <a:buSzPts val="1850"/>
              <a:buNone/>
              <a:defRPr sz="1850"/>
            </a:lvl7pPr>
            <a:lvl8pPr lvl="7" algn="ctr" rtl="0">
              <a:lnSpc>
                <a:spcPct val="115000"/>
              </a:lnSpc>
              <a:spcBef>
                <a:spcPts val="0"/>
              </a:spcBef>
              <a:spcAft>
                <a:spcPts val="0"/>
              </a:spcAft>
              <a:buSzPts val="1850"/>
              <a:buNone/>
              <a:defRPr sz="1850"/>
            </a:lvl8pPr>
            <a:lvl9pPr lvl="8" algn="ctr" rtl="0">
              <a:lnSpc>
                <a:spcPct val="115000"/>
              </a:lnSpc>
              <a:spcBef>
                <a:spcPts val="0"/>
              </a:spcBef>
              <a:spcAft>
                <a:spcPts val="0"/>
              </a:spcAft>
              <a:buSzPts val="1850"/>
              <a:buNone/>
              <a:defRPr sz="1850"/>
            </a:lvl9pPr>
          </a:lstStyle>
          <a:p>
            <a:endParaRPr/>
          </a:p>
        </p:txBody>
      </p:sp>
      <p:sp>
        <p:nvSpPr>
          <p:cNvPr id="71" name="Google Shape;71;p11"/>
          <p:cNvSpPr/>
          <p:nvPr/>
        </p:nvSpPr>
        <p:spPr>
          <a:xfrm rot="10800000">
            <a:off x="-55375"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 name="Google Shape;72;p11"/>
          <p:cNvGrpSpPr/>
          <p:nvPr/>
        </p:nvGrpSpPr>
        <p:grpSpPr>
          <a:xfrm rot="10800000">
            <a:off x="-55325" y="0"/>
            <a:ext cx="9199325" cy="4604000"/>
            <a:chOff x="-55375" y="539500"/>
            <a:chExt cx="9199325" cy="4604000"/>
          </a:xfrm>
        </p:grpSpPr>
        <p:cxnSp>
          <p:nvCxnSpPr>
            <p:cNvPr id="73" name="Google Shape;73;p11"/>
            <p:cNvCxnSpPr/>
            <p:nvPr/>
          </p:nvCxnSpPr>
          <p:spPr>
            <a:xfrm>
              <a:off x="-55375" y="4608575"/>
              <a:ext cx="4563600" cy="0"/>
            </a:xfrm>
            <a:prstGeom prst="straightConnector1">
              <a:avLst/>
            </a:prstGeom>
            <a:noFill/>
            <a:ln w="9525" cap="flat" cmpd="sng">
              <a:solidFill>
                <a:schemeClr val="dk1"/>
              </a:solidFill>
              <a:prstDash val="solid"/>
              <a:round/>
              <a:headEnd type="none" w="med" len="med"/>
              <a:tailEnd type="none" w="med" len="med"/>
            </a:ln>
          </p:spPr>
        </p:cxnSp>
        <p:cxnSp>
          <p:nvCxnSpPr>
            <p:cNvPr id="74" name="Google Shape;74;p11"/>
            <p:cNvCxnSpPr/>
            <p:nvPr/>
          </p:nvCxnSpPr>
          <p:spPr>
            <a:xfrm>
              <a:off x="2576350" y="539500"/>
              <a:ext cx="6567600" cy="0"/>
            </a:xfrm>
            <a:prstGeom prst="straightConnector1">
              <a:avLst/>
            </a:prstGeom>
            <a:noFill/>
            <a:ln w="9525" cap="flat" cmpd="sng">
              <a:solidFill>
                <a:schemeClr val="dk1"/>
              </a:solidFill>
              <a:prstDash val="solid"/>
              <a:round/>
              <a:headEnd type="none" w="med" len="med"/>
              <a:tailEnd type="none" w="med" len="med"/>
            </a:ln>
          </p:spPr>
        </p:cxnSp>
        <p:cxnSp>
          <p:nvCxnSpPr>
            <p:cNvPr id="75" name="Google Shape;75;p11"/>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p:cSld name="CUSTOM_2_1_1_1">
    <p:spTree>
      <p:nvGrpSpPr>
        <p:cNvPr id="1" name="Shape 132"/>
        <p:cNvGrpSpPr/>
        <p:nvPr/>
      </p:nvGrpSpPr>
      <p:grpSpPr>
        <a:xfrm>
          <a:off x="0" y="0"/>
          <a:ext cx="0" cy="0"/>
          <a:chOff x="0" y="0"/>
          <a:chExt cx="0" cy="0"/>
        </a:xfrm>
      </p:grpSpPr>
      <p:grpSp>
        <p:nvGrpSpPr>
          <p:cNvPr id="133" name="Google Shape;133;p20"/>
          <p:cNvGrpSpPr/>
          <p:nvPr/>
        </p:nvGrpSpPr>
        <p:grpSpPr>
          <a:xfrm>
            <a:off x="0" y="0"/>
            <a:ext cx="9144075" cy="5143500"/>
            <a:chOff x="0" y="0"/>
            <a:chExt cx="9144075" cy="5143500"/>
          </a:xfrm>
        </p:grpSpPr>
        <p:sp>
          <p:nvSpPr>
            <p:cNvPr id="134" name="Google Shape;134;p20"/>
            <p:cNvSpPr/>
            <p:nvPr/>
          </p:nvSpPr>
          <p:spPr>
            <a:xfrm>
              <a:off x="4185975" y="4426700"/>
              <a:ext cx="4958100" cy="711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0"/>
            <p:cNvSpPr/>
            <p:nvPr/>
          </p:nvSpPr>
          <p:spPr>
            <a:xfrm>
              <a:off x="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 name="Google Shape;136;p20"/>
          <p:cNvSpPr txBox="1">
            <a:spLocks noGrp="1"/>
          </p:cNvSpPr>
          <p:nvPr>
            <p:ph type="title"/>
          </p:nvPr>
        </p:nvSpPr>
        <p:spPr>
          <a:xfrm>
            <a:off x="4035075" y="1441250"/>
            <a:ext cx="3428100" cy="1185300"/>
          </a:xfrm>
          <a:prstGeom prst="rect">
            <a:avLst/>
          </a:prstGeom>
        </p:spPr>
        <p:txBody>
          <a:bodyPr spcFirstLastPara="1" wrap="square" lIns="91425" tIns="91425" rIns="91425" bIns="91425" anchor="t" anchorCtr="0">
            <a:noAutofit/>
          </a:bodyPr>
          <a:lstStyle>
            <a:lvl1pPr lvl="0" algn="r" rtl="0">
              <a:spcBef>
                <a:spcPts val="0"/>
              </a:spcBef>
              <a:spcAft>
                <a:spcPts val="0"/>
              </a:spcAft>
              <a:buSzPts val="9200"/>
              <a:buNone/>
              <a:defRPr sz="6500"/>
            </a:lvl1pPr>
            <a:lvl2pPr lvl="1" rtl="0">
              <a:spcBef>
                <a:spcPts val="0"/>
              </a:spcBef>
              <a:spcAft>
                <a:spcPts val="0"/>
              </a:spcAft>
              <a:buSzPts val="9200"/>
              <a:buNone/>
              <a:defRPr sz="9200"/>
            </a:lvl2pPr>
            <a:lvl3pPr lvl="2" rtl="0">
              <a:spcBef>
                <a:spcPts val="0"/>
              </a:spcBef>
              <a:spcAft>
                <a:spcPts val="0"/>
              </a:spcAft>
              <a:buSzPts val="9200"/>
              <a:buNone/>
              <a:defRPr sz="9200"/>
            </a:lvl3pPr>
            <a:lvl4pPr lvl="3" rtl="0">
              <a:spcBef>
                <a:spcPts val="0"/>
              </a:spcBef>
              <a:spcAft>
                <a:spcPts val="0"/>
              </a:spcAft>
              <a:buSzPts val="9200"/>
              <a:buNone/>
              <a:defRPr sz="9200"/>
            </a:lvl4pPr>
            <a:lvl5pPr lvl="4" rtl="0">
              <a:spcBef>
                <a:spcPts val="0"/>
              </a:spcBef>
              <a:spcAft>
                <a:spcPts val="0"/>
              </a:spcAft>
              <a:buSzPts val="9200"/>
              <a:buNone/>
              <a:defRPr sz="9200"/>
            </a:lvl5pPr>
            <a:lvl6pPr lvl="5" rtl="0">
              <a:spcBef>
                <a:spcPts val="0"/>
              </a:spcBef>
              <a:spcAft>
                <a:spcPts val="0"/>
              </a:spcAft>
              <a:buSzPts val="9200"/>
              <a:buNone/>
              <a:defRPr sz="9200"/>
            </a:lvl6pPr>
            <a:lvl7pPr lvl="6" rtl="0">
              <a:spcBef>
                <a:spcPts val="0"/>
              </a:spcBef>
              <a:spcAft>
                <a:spcPts val="0"/>
              </a:spcAft>
              <a:buSzPts val="9200"/>
              <a:buNone/>
              <a:defRPr sz="9200"/>
            </a:lvl7pPr>
            <a:lvl8pPr lvl="7" rtl="0">
              <a:spcBef>
                <a:spcPts val="0"/>
              </a:spcBef>
              <a:spcAft>
                <a:spcPts val="0"/>
              </a:spcAft>
              <a:buSzPts val="9200"/>
              <a:buNone/>
              <a:defRPr sz="9200"/>
            </a:lvl8pPr>
            <a:lvl9pPr lvl="8" rtl="0">
              <a:spcBef>
                <a:spcPts val="0"/>
              </a:spcBef>
              <a:spcAft>
                <a:spcPts val="0"/>
              </a:spcAft>
              <a:buSzPts val="9200"/>
              <a:buNone/>
              <a:defRPr sz="9200"/>
            </a:lvl9pPr>
          </a:lstStyle>
          <a:p>
            <a:endParaRPr/>
          </a:p>
        </p:txBody>
      </p:sp>
      <p:sp>
        <p:nvSpPr>
          <p:cNvPr id="137" name="Google Shape;137;p20"/>
          <p:cNvSpPr txBox="1">
            <a:spLocks noGrp="1"/>
          </p:cNvSpPr>
          <p:nvPr>
            <p:ph type="subTitle" idx="1"/>
          </p:nvPr>
        </p:nvSpPr>
        <p:spPr>
          <a:xfrm>
            <a:off x="4035075" y="2568000"/>
            <a:ext cx="3428100" cy="9720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850"/>
              <a:buNone/>
              <a:defRPr sz="1550"/>
            </a:lvl1pPr>
            <a:lvl2pPr lvl="1" algn="ctr" rtl="0">
              <a:lnSpc>
                <a:spcPct val="115000"/>
              </a:lnSpc>
              <a:spcBef>
                <a:spcPts val="0"/>
              </a:spcBef>
              <a:spcAft>
                <a:spcPts val="0"/>
              </a:spcAft>
              <a:buSzPts val="1850"/>
              <a:buNone/>
              <a:defRPr sz="1850"/>
            </a:lvl2pPr>
            <a:lvl3pPr lvl="2" algn="ctr" rtl="0">
              <a:lnSpc>
                <a:spcPct val="115000"/>
              </a:lnSpc>
              <a:spcBef>
                <a:spcPts val="0"/>
              </a:spcBef>
              <a:spcAft>
                <a:spcPts val="0"/>
              </a:spcAft>
              <a:buSzPts val="1850"/>
              <a:buNone/>
              <a:defRPr sz="1850"/>
            </a:lvl3pPr>
            <a:lvl4pPr lvl="3" algn="ctr" rtl="0">
              <a:lnSpc>
                <a:spcPct val="115000"/>
              </a:lnSpc>
              <a:spcBef>
                <a:spcPts val="0"/>
              </a:spcBef>
              <a:spcAft>
                <a:spcPts val="0"/>
              </a:spcAft>
              <a:buSzPts val="1850"/>
              <a:buNone/>
              <a:defRPr sz="1850"/>
            </a:lvl4pPr>
            <a:lvl5pPr lvl="4" algn="ctr" rtl="0">
              <a:lnSpc>
                <a:spcPct val="115000"/>
              </a:lnSpc>
              <a:spcBef>
                <a:spcPts val="0"/>
              </a:spcBef>
              <a:spcAft>
                <a:spcPts val="0"/>
              </a:spcAft>
              <a:buSzPts val="1850"/>
              <a:buNone/>
              <a:defRPr sz="1850"/>
            </a:lvl5pPr>
            <a:lvl6pPr lvl="5" algn="ctr" rtl="0">
              <a:lnSpc>
                <a:spcPct val="115000"/>
              </a:lnSpc>
              <a:spcBef>
                <a:spcPts val="0"/>
              </a:spcBef>
              <a:spcAft>
                <a:spcPts val="0"/>
              </a:spcAft>
              <a:buSzPts val="1850"/>
              <a:buNone/>
              <a:defRPr sz="1850"/>
            </a:lvl6pPr>
            <a:lvl7pPr lvl="6" algn="ctr" rtl="0">
              <a:lnSpc>
                <a:spcPct val="115000"/>
              </a:lnSpc>
              <a:spcBef>
                <a:spcPts val="0"/>
              </a:spcBef>
              <a:spcAft>
                <a:spcPts val="0"/>
              </a:spcAft>
              <a:buSzPts val="1850"/>
              <a:buNone/>
              <a:defRPr sz="1850"/>
            </a:lvl7pPr>
            <a:lvl8pPr lvl="7" algn="ctr" rtl="0">
              <a:lnSpc>
                <a:spcPct val="115000"/>
              </a:lnSpc>
              <a:spcBef>
                <a:spcPts val="0"/>
              </a:spcBef>
              <a:spcAft>
                <a:spcPts val="0"/>
              </a:spcAft>
              <a:buSzPts val="1850"/>
              <a:buNone/>
              <a:defRPr sz="1850"/>
            </a:lvl8pPr>
            <a:lvl9pPr lvl="8" algn="ctr" rtl="0">
              <a:lnSpc>
                <a:spcPct val="115000"/>
              </a:lnSpc>
              <a:spcBef>
                <a:spcPts val="0"/>
              </a:spcBef>
              <a:spcAft>
                <a:spcPts val="0"/>
              </a:spcAft>
              <a:buSzPts val="1850"/>
              <a:buNone/>
              <a:defRPr sz="1850"/>
            </a:lvl9pPr>
          </a:lstStyle>
          <a:p>
            <a:endParaRPr/>
          </a:p>
        </p:txBody>
      </p:sp>
      <p:grpSp>
        <p:nvGrpSpPr>
          <p:cNvPr id="138" name="Google Shape;138;p20"/>
          <p:cNvGrpSpPr/>
          <p:nvPr/>
        </p:nvGrpSpPr>
        <p:grpSpPr>
          <a:xfrm>
            <a:off x="150" y="539500"/>
            <a:ext cx="8430625" cy="4604000"/>
            <a:chOff x="150" y="539500"/>
            <a:chExt cx="8430625" cy="4604000"/>
          </a:xfrm>
        </p:grpSpPr>
        <p:cxnSp>
          <p:nvCxnSpPr>
            <p:cNvPr id="139" name="Google Shape;139;p20"/>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cxnSp>
          <p:nvCxnSpPr>
            <p:cNvPr id="140" name="Google Shape;140;p20"/>
            <p:cNvCxnSpPr/>
            <p:nvPr/>
          </p:nvCxnSpPr>
          <p:spPr>
            <a:xfrm rot="10800000">
              <a:off x="150" y="539500"/>
              <a:ext cx="43368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1">
  <p:cSld name="CUSTOM_11">
    <p:spTree>
      <p:nvGrpSpPr>
        <p:cNvPr id="1" name="Shape 141"/>
        <p:cNvGrpSpPr/>
        <p:nvPr/>
      </p:nvGrpSpPr>
      <p:grpSpPr>
        <a:xfrm>
          <a:off x="0" y="0"/>
          <a:ext cx="0" cy="0"/>
          <a:chOff x="0" y="0"/>
          <a:chExt cx="0" cy="0"/>
        </a:xfrm>
      </p:grpSpPr>
      <p:sp>
        <p:nvSpPr>
          <p:cNvPr id="142" name="Google Shape;142;p21"/>
          <p:cNvSpPr txBox="1">
            <a:spLocks noGrp="1"/>
          </p:cNvSpPr>
          <p:nvPr>
            <p:ph type="body" idx="1"/>
          </p:nvPr>
        </p:nvSpPr>
        <p:spPr>
          <a:xfrm>
            <a:off x="1691100" y="1759300"/>
            <a:ext cx="5761800" cy="20925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dk2"/>
              </a:buClr>
              <a:buSzPts val="1400"/>
              <a:buFont typeface="Red Hat Display"/>
              <a:buChar char="■"/>
              <a:defRPr/>
            </a:lvl1pPr>
            <a:lvl2pPr marL="914400" lvl="1" indent="-317500" rtl="0">
              <a:spcBef>
                <a:spcPts val="1600"/>
              </a:spcBef>
              <a:spcAft>
                <a:spcPts val="0"/>
              </a:spcAft>
              <a:buClr>
                <a:srgbClr val="FFFFFF"/>
              </a:buClr>
              <a:buSzPts val="1400"/>
              <a:buFont typeface="Red Hat Display"/>
              <a:buChar char="○"/>
              <a:defRPr/>
            </a:lvl2pPr>
            <a:lvl3pPr marL="1371600" lvl="2" indent="-317500" rtl="0">
              <a:spcBef>
                <a:spcPts val="1600"/>
              </a:spcBef>
              <a:spcAft>
                <a:spcPts val="0"/>
              </a:spcAft>
              <a:buClr>
                <a:srgbClr val="FFFFFF"/>
              </a:buClr>
              <a:buSzPts val="1400"/>
              <a:buFont typeface="Red Hat Display"/>
              <a:buChar char="■"/>
              <a:defRPr/>
            </a:lvl3pPr>
            <a:lvl4pPr marL="1828800" lvl="3" indent="-317500" rtl="0">
              <a:spcBef>
                <a:spcPts val="1600"/>
              </a:spcBef>
              <a:spcAft>
                <a:spcPts val="0"/>
              </a:spcAft>
              <a:buClr>
                <a:srgbClr val="FFFFFF"/>
              </a:buClr>
              <a:buSzPts val="1400"/>
              <a:buFont typeface="Red Hat Display"/>
              <a:buChar char="●"/>
              <a:defRPr/>
            </a:lvl4pPr>
            <a:lvl5pPr marL="2286000" lvl="4" indent="-317500" rtl="0">
              <a:spcBef>
                <a:spcPts val="1600"/>
              </a:spcBef>
              <a:spcAft>
                <a:spcPts val="0"/>
              </a:spcAft>
              <a:buClr>
                <a:srgbClr val="FFFFFF"/>
              </a:buClr>
              <a:buSzPts val="1400"/>
              <a:buFont typeface="Red Hat Display"/>
              <a:buChar char="○"/>
              <a:defRPr/>
            </a:lvl5pPr>
            <a:lvl6pPr marL="2743200" lvl="5" indent="-317500" rtl="0">
              <a:spcBef>
                <a:spcPts val="1600"/>
              </a:spcBef>
              <a:spcAft>
                <a:spcPts val="0"/>
              </a:spcAft>
              <a:buClr>
                <a:srgbClr val="FFFFFF"/>
              </a:buClr>
              <a:buSzPts val="1400"/>
              <a:buFont typeface="Red Hat Display"/>
              <a:buChar char="■"/>
              <a:defRPr/>
            </a:lvl6pPr>
            <a:lvl7pPr marL="3200400" lvl="6" indent="-317500" rtl="0">
              <a:spcBef>
                <a:spcPts val="1600"/>
              </a:spcBef>
              <a:spcAft>
                <a:spcPts val="0"/>
              </a:spcAft>
              <a:buClr>
                <a:srgbClr val="FFFFFF"/>
              </a:buClr>
              <a:buSzPts val="1400"/>
              <a:buFont typeface="Red Hat Display"/>
              <a:buChar char="●"/>
              <a:defRPr/>
            </a:lvl7pPr>
            <a:lvl8pPr marL="3657600" lvl="7" indent="-317500" rtl="0">
              <a:spcBef>
                <a:spcPts val="1600"/>
              </a:spcBef>
              <a:spcAft>
                <a:spcPts val="0"/>
              </a:spcAft>
              <a:buClr>
                <a:srgbClr val="FFFFFF"/>
              </a:buClr>
              <a:buSzPts val="1400"/>
              <a:buFont typeface="Red Hat Display"/>
              <a:buChar char="○"/>
              <a:defRPr/>
            </a:lvl8pPr>
            <a:lvl9pPr marL="4114800" lvl="8" indent="-317500" rtl="0">
              <a:spcBef>
                <a:spcPts val="1600"/>
              </a:spcBef>
              <a:spcAft>
                <a:spcPts val="1600"/>
              </a:spcAft>
              <a:buClr>
                <a:srgbClr val="FFFFFF"/>
              </a:buClr>
              <a:buSzPts val="1400"/>
              <a:buFont typeface="Red Hat Display"/>
              <a:buChar char="■"/>
              <a:defRPr/>
            </a:lvl9pPr>
          </a:lstStyle>
          <a:p>
            <a:endParaRPr/>
          </a:p>
        </p:txBody>
      </p:sp>
      <p:sp>
        <p:nvSpPr>
          <p:cNvPr id="143" name="Google Shape;143;p21"/>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44" name="Google Shape;144;p21"/>
          <p:cNvSpPr/>
          <p:nvPr/>
        </p:nvSpPr>
        <p:spPr>
          <a:xfrm flipH="1">
            <a:off x="0" y="4875900"/>
            <a:ext cx="91440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5" name="Google Shape;145;p21"/>
          <p:cNvGrpSpPr/>
          <p:nvPr/>
        </p:nvGrpSpPr>
        <p:grpSpPr>
          <a:xfrm>
            <a:off x="276825" y="267475"/>
            <a:ext cx="8860200" cy="4876025"/>
            <a:chOff x="276825" y="267475"/>
            <a:chExt cx="8860200" cy="4876025"/>
          </a:xfrm>
        </p:grpSpPr>
        <p:cxnSp>
          <p:nvCxnSpPr>
            <p:cNvPr id="146" name="Google Shape;146;p21"/>
            <p:cNvCxnSpPr/>
            <p:nvPr/>
          </p:nvCxnSpPr>
          <p:spPr>
            <a:xfrm rot="10800000">
              <a:off x="276825" y="2571900"/>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147" name="Google Shape;147;p21"/>
            <p:cNvCxnSpPr/>
            <p:nvPr/>
          </p:nvCxnSpPr>
          <p:spPr>
            <a:xfrm>
              <a:off x="4565025" y="267475"/>
              <a:ext cx="45720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2">
  <p:cSld name="CUSTOM_2_1_1_1_1_1">
    <p:spTree>
      <p:nvGrpSpPr>
        <p:cNvPr id="1" name="Shape 148"/>
        <p:cNvGrpSpPr/>
        <p:nvPr/>
      </p:nvGrpSpPr>
      <p:grpSpPr>
        <a:xfrm>
          <a:off x="0" y="0"/>
          <a:ext cx="0" cy="0"/>
          <a:chOff x="0" y="0"/>
          <a:chExt cx="0" cy="0"/>
        </a:xfrm>
      </p:grpSpPr>
      <p:sp>
        <p:nvSpPr>
          <p:cNvPr id="149" name="Google Shape;149;p22"/>
          <p:cNvSpPr txBox="1">
            <a:spLocks noGrp="1"/>
          </p:cNvSpPr>
          <p:nvPr>
            <p:ph type="title"/>
          </p:nvPr>
        </p:nvSpPr>
        <p:spPr>
          <a:xfrm>
            <a:off x="948325" y="1409875"/>
            <a:ext cx="4863300" cy="661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50" name="Google Shape;150;p22"/>
          <p:cNvSpPr txBox="1">
            <a:spLocks noGrp="1"/>
          </p:cNvSpPr>
          <p:nvPr>
            <p:ph type="subTitle" idx="1"/>
          </p:nvPr>
        </p:nvSpPr>
        <p:spPr>
          <a:xfrm>
            <a:off x="948325" y="2172700"/>
            <a:ext cx="4863300" cy="1519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Clr>
                <a:schemeClr val="dk2"/>
              </a:buClr>
              <a:buSzPts val="1400"/>
              <a:buChar char="■"/>
              <a:defRPr/>
            </a:lvl1pPr>
            <a:lvl2pPr lvl="1" algn="ctr" rtl="0">
              <a:lnSpc>
                <a:spcPct val="115000"/>
              </a:lnSpc>
              <a:spcBef>
                <a:spcPts val="0"/>
              </a:spcBef>
              <a:spcAft>
                <a:spcPts val="0"/>
              </a:spcAft>
              <a:buSzPts val="1400"/>
              <a:buChar char="○"/>
              <a:defRPr/>
            </a:lvl2pPr>
            <a:lvl3pPr lvl="2" algn="ctr" rtl="0">
              <a:lnSpc>
                <a:spcPct val="115000"/>
              </a:lnSpc>
              <a:spcBef>
                <a:spcPts val="0"/>
              </a:spcBef>
              <a:spcAft>
                <a:spcPts val="0"/>
              </a:spcAft>
              <a:buSzPts val="1400"/>
              <a:buChar char="■"/>
              <a:defRPr/>
            </a:lvl3pPr>
            <a:lvl4pPr lvl="3" algn="ctr" rtl="0">
              <a:lnSpc>
                <a:spcPct val="115000"/>
              </a:lnSpc>
              <a:spcBef>
                <a:spcPts val="0"/>
              </a:spcBef>
              <a:spcAft>
                <a:spcPts val="0"/>
              </a:spcAft>
              <a:buSzPts val="1400"/>
              <a:buChar char="●"/>
              <a:defRPr/>
            </a:lvl4pPr>
            <a:lvl5pPr lvl="4" algn="ctr" rtl="0">
              <a:lnSpc>
                <a:spcPct val="115000"/>
              </a:lnSpc>
              <a:spcBef>
                <a:spcPts val="0"/>
              </a:spcBef>
              <a:spcAft>
                <a:spcPts val="0"/>
              </a:spcAft>
              <a:buSzPts val="1400"/>
              <a:buChar char="○"/>
              <a:defRPr/>
            </a:lvl5pPr>
            <a:lvl6pPr lvl="5" algn="ctr" rtl="0">
              <a:lnSpc>
                <a:spcPct val="115000"/>
              </a:lnSpc>
              <a:spcBef>
                <a:spcPts val="0"/>
              </a:spcBef>
              <a:spcAft>
                <a:spcPts val="0"/>
              </a:spcAft>
              <a:buSzPts val="1400"/>
              <a:buChar char="■"/>
              <a:defRPr/>
            </a:lvl6pPr>
            <a:lvl7pPr lvl="6" algn="ctr" rtl="0">
              <a:lnSpc>
                <a:spcPct val="115000"/>
              </a:lnSpc>
              <a:spcBef>
                <a:spcPts val="0"/>
              </a:spcBef>
              <a:spcAft>
                <a:spcPts val="0"/>
              </a:spcAft>
              <a:buSzPts val="1400"/>
              <a:buChar char="●"/>
              <a:defRPr/>
            </a:lvl7pPr>
            <a:lvl8pPr lvl="7" algn="ctr" rtl="0">
              <a:lnSpc>
                <a:spcPct val="115000"/>
              </a:lnSpc>
              <a:spcBef>
                <a:spcPts val="0"/>
              </a:spcBef>
              <a:spcAft>
                <a:spcPts val="0"/>
              </a:spcAft>
              <a:buSzPts val="1400"/>
              <a:buChar char="○"/>
              <a:defRPr/>
            </a:lvl8pPr>
            <a:lvl9pPr lvl="8" algn="ctr" rtl="0">
              <a:lnSpc>
                <a:spcPct val="115000"/>
              </a:lnSpc>
              <a:spcBef>
                <a:spcPts val="0"/>
              </a:spcBef>
              <a:spcAft>
                <a:spcPts val="0"/>
              </a:spcAft>
              <a:buSzPts val="1400"/>
              <a:buChar char="■"/>
              <a:defRPr/>
            </a:lvl9pPr>
          </a:lstStyle>
          <a:p>
            <a:endParaRPr/>
          </a:p>
        </p:txBody>
      </p:sp>
      <p:sp>
        <p:nvSpPr>
          <p:cNvPr id="151" name="Google Shape;151;p22"/>
          <p:cNvSpPr/>
          <p:nvPr/>
        </p:nvSpPr>
        <p:spPr>
          <a:xfrm rot="10800000" flipH="1">
            <a:off x="829110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2" name="Google Shape;152;p22"/>
          <p:cNvGrpSpPr/>
          <p:nvPr/>
        </p:nvGrpSpPr>
        <p:grpSpPr>
          <a:xfrm rot="10800000" flipH="1">
            <a:off x="-55375" y="0"/>
            <a:ext cx="9199250" cy="4604000"/>
            <a:chOff x="-55375" y="539500"/>
            <a:chExt cx="9199250" cy="4604000"/>
          </a:xfrm>
        </p:grpSpPr>
        <p:cxnSp>
          <p:nvCxnSpPr>
            <p:cNvPr id="153" name="Google Shape;153;p22"/>
            <p:cNvCxnSpPr/>
            <p:nvPr/>
          </p:nvCxnSpPr>
          <p:spPr>
            <a:xfrm>
              <a:off x="-55375" y="4608575"/>
              <a:ext cx="4571700" cy="0"/>
            </a:xfrm>
            <a:prstGeom prst="straightConnector1">
              <a:avLst/>
            </a:prstGeom>
            <a:noFill/>
            <a:ln w="9525" cap="flat" cmpd="sng">
              <a:solidFill>
                <a:schemeClr val="dk1"/>
              </a:solidFill>
              <a:prstDash val="solid"/>
              <a:round/>
              <a:headEnd type="none" w="med" len="med"/>
              <a:tailEnd type="none" w="med" len="med"/>
            </a:ln>
          </p:spPr>
        </p:cxnSp>
        <p:cxnSp>
          <p:nvCxnSpPr>
            <p:cNvPr id="154" name="Google Shape;154;p22"/>
            <p:cNvCxnSpPr/>
            <p:nvPr/>
          </p:nvCxnSpPr>
          <p:spPr>
            <a:xfrm>
              <a:off x="4585075" y="539500"/>
              <a:ext cx="4558800" cy="0"/>
            </a:xfrm>
            <a:prstGeom prst="straightConnector1">
              <a:avLst/>
            </a:prstGeom>
            <a:noFill/>
            <a:ln w="9525" cap="flat" cmpd="sng">
              <a:solidFill>
                <a:schemeClr val="dk1"/>
              </a:solidFill>
              <a:prstDash val="solid"/>
              <a:round/>
              <a:headEnd type="none" w="med" len="med"/>
              <a:tailEnd type="none" w="med" len="med"/>
            </a:ln>
          </p:spPr>
        </p:cxnSp>
        <p:cxnSp>
          <p:nvCxnSpPr>
            <p:cNvPr id="155" name="Google Shape;155;p22"/>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3">
  <p:cSld name="CUSTOM_2_1_1_1_1_1_1">
    <p:spTree>
      <p:nvGrpSpPr>
        <p:cNvPr id="1" name="Shape 156"/>
        <p:cNvGrpSpPr/>
        <p:nvPr/>
      </p:nvGrpSpPr>
      <p:grpSpPr>
        <a:xfrm>
          <a:off x="0" y="0"/>
          <a:ext cx="0" cy="0"/>
          <a:chOff x="0" y="0"/>
          <a:chExt cx="0" cy="0"/>
        </a:xfrm>
      </p:grpSpPr>
      <p:sp>
        <p:nvSpPr>
          <p:cNvPr id="157" name="Google Shape;157;p23"/>
          <p:cNvSpPr txBox="1">
            <a:spLocks noGrp="1"/>
          </p:cNvSpPr>
          <p:nvPr>
            <p:ph type="title"/>
          </p:nvPr>
        </p:nvSpPr>
        <p:spPr>
          <a:xfrm>
            <a:off x="1262175" y="1405950"/>
            <a:ext cx="2630100" cy="11391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58" name="Google Shape;158;p23"/>
          <p:cNvSpPr txBox="1">
            <a:spLocks noGrp="1"/>
          </p:cNvSpPr>
          <p:nvPr>
            <p:ph type="subTitle" idx="1"/>
          </p:nvPr>
        </p:nvSpPr>
        <p:spPr>
          <a:xfrm>
            <a:off x="1262175" y="2545038"/>
            <a:ext cx="2630100" cy="114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59" name="Google Shape;159;p23"/>
          <p:cNvSpPr/>
          <p:nvPr/>
        </p:nvSpPr>
        <p:spPr>
          <a:xfrm rot="10800000">
            <a:off x="125" y="0"/>
            <a:ext cx="7167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0" name="Google Shape;160;p23"/>
          <p:cNvGrpSpPr/>
          <p:nvPr/>
        </p:nvGrpSpPr>
        <p:grpSpPr>
          <a:xfrm rot="10800000">
            <a:off x="0" y="363100"/>
            <a:ext cx="8860200" cy="4780400"/>
            <a:chOff x="283800" y="0"/>
            <a:chExt cx="8860200" cy="4780400"/>
          </a:xfrm>
        </p:grpSpPr>
        <p:cxnSp>
          <p:nvCxnSpPr>
            <p:cNvPr id="161" name="Google Shape;161;p23"/>
            <p:cNvCxnSpPr/>
            <p:nvPr/>
          </p:nvCxnSpPr>
          <p:spPr>
            <a:xfrm>
              <a:off x="4273200" y="4780400"/>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162" name="Google Shape;162;p23"/>
            <p:cNvCxnSpPr/>
            <p:nvPr/>
          </p:nvCxnSpPr>
          <p:spPr>
            <a:xfrm rot="10800000">
              <a:off x="283800" y="0"/>
              <a:ext cx="0" cy="41310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4">
  <p:cSld name="CUSTOM_2_1_1_1_1_1_1_1">
    <p:spTree>
      <p:nvGrpSpPr>
        <p:cNvPr id="1" name="Shape 163"/>
        <p:cNvGrpSpPr/>
        <p:nvPr/>
      </p:nvGrpSpPr>
      <p:grpSpPr>
        <a:xfrm>
          <a:off x="0" y="0"/>
          <a:ext cx="0" cy="0"/>
          <a:chOff x="0" y="0"/>
          <a:chExt cx="0" cy="0"/>
        </a:xfrm>
      </p:grpSpPr>
      <p:sp>
        <p:nvSpPr>
          <p:cNvPr id="164" name="Google Shape;164;p24"/>
          <p:cNvSpPr txBox="1">
            <a:spLocks noGrp="1"/>
          </p:cNvSpPr>
          <p:nvPr>
            <p:ph type="title"/>
          </p:nvPr>
        </p:nvSpPr>
        <p:spPr>
          <a:xfrm>
            <a:off x="4746788" y="1405950"/>
            <a:ext cx="2630100" cy="11391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100"/>
              <a:buNone/>
              <a:defRPr/>
            </a:lvl1pPr>
            <a:lvl2pPr lvl="1" algn="r" rtl="0">
              <a:spcBef>
                <a:spcPts val="0"/>
              </a:spcBef>
              <a:spcAft>
                <a:spcPts val="0"/>
              </a:spcAft>
              <a:buSzPts val="3100"/>
              <a:buNone/>
              <a:defRPr/>
            </a:lvl2pPr>
            <a:lvl3pPr lvl="2" algn="r" rtl="0">
              <a:spcBef>
                <a:spcPts val="0"/>
              </a:spcBef>
              <a:spcAft>
                <a:spcPts val="0"/>
              </a:spcAft>
              <a:buSzPts val="3100"/>
              <a:buNone/>
              <a:defRPr/>
            </a:lvl3pPr>
            <a:lvl4pPr lvl="3" algn="r" rtl="0">
              <a:spcBef>
                <a:spcPts val="0"/>
              </a:spcBef>
              <a:spcAft>
                <a:spcPts val="0"/>
              </a:spcAft>
              <a:buSzPts val="3100"/>
              <a:buNone/>
              <a:defRPr/>
            </a:lvl4pPr>
            <a:lvl5pPr lvl="4" algn="r" rtl="0">
              <a:spcBef>
                <a:spcPts val="0"/>
              </a:spcBef>
              <a:spcAft>
                <a:spcPts val="0"/>
              </a:spcAft>
              <a:buSzPts val="3100"/>
              <a:buNone/>
              <a:defRPr/>
            </a:lvl5pPr>
            <a:lvl6pPr lvl="5" algn="r" rtl="0">
              <a:spcBef>
                <a:spcPts val="0"/>
              </a:spcBef>
              <a:spcAft>
                <a:spcPts val="0"/>
              </a:spcAft>
              <a:buSzPts val="3100"/>
              <a:buNone/>
              <a:defRPr/>
            </a:lvl6pPr>
            <a:lvl7pPr lvl="6" algn="r" rtl="0">
              <a:spcBef>
                <a:spcPts val="0"/>
              </a:spcBef>
              <a:spcAft>
                <a:spcPts val="0"/>
              </a:spcAft>
              <a:buSzPts val="3100"/>
              <a:buNone/>
              <a:defRPr/>
            </a:lvl7pPr>
            <a:lvl8pPr lvl="7" algn="r" rtl="0">
              <a:spcBef>
                <a:spcPts val="0"/>
              </a:spcBef>
              <a:spcAft>
                <a:spcPts val="0"/>
              </a:spcAft>
              <a:buSzPts val="3100"/>
              <a:buNone/>
              <a:defRPr/>
            </a:lvl8pPr>
            <a:lvl9pPr lvl="8" algn="r" rtl="0">
              <a:spcBef>
                <a:spcPts val="0"/>
              </a:spcBef>
              <a:spcAft>
                <a:spcPts val="0"/>
              </a:spcAft>
              <a:buSzPts val="3100"/>
              <a:buNone/>
              <a:defRPr/>
            </a:lvl9pPr>
          </a:lstStyle>
          <a:p>
            <a:endParaRPr/>
          </a:p>
        </p:txBody>
      </p:sp>
      <p:sp>
        <p:nvSpPr>
          <p:cNvPr id="165" name="Google Shape;165;p24"/>
          <p:cNvSpPr txBox="1">
            <a:spLocks noGrp="1"/>
          </p:cNvSpPr>
          <p:nvPr>
            <p:ph type="subTitle" idx="1"/>
          </p:nvPr>
        </p:nvSpPr>
        <p:spPr>
          <a:xfrm>
            <a:off x="4746788" y="2545038"/>
            <a:ext cx="2630100" cy="11436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400"/>
              <a:buNone/>
              <a:defRPr/>
            </a:lvl1pPr>
            <a:lvl2pPr lvl="1" algn="r" rtl="0">
              <a:lnSpc>
                <a:spcPct val="115000"/>
              </a:lnSpc>
              <a:spcBef>
                <a:spcPts val="0"/>
              </a:spcBef>
              <a:spcAft>
                <a:spcPts val="0"/>
              </a:spcAft>
              <a:buSzPts val="1400"/>
              <a:buNone/>
              <a:defRPr/>
            </a:lvl2pPr>
            <a:lvl3pPr lvl="2" algn="r" rtl="0">
              <a:lnSpc>
                <a:spcPct val="115000"/>
              </a:lnSpc>
              <a:spcBef>
                <a:spcPts val="0"/>
              </a:spcBef>
              <a:spcAft>
                <a:spcPts val="0"/>
              </a:spcAft>
              <a:buSzPts val="1400"/>
              <a:buNone/>
              <a:defRPr/>
            </a:lvl3pPr>
            <a:lvl4pPr lvl="3" algn="r" rtl="0">
              <a:lnSpc>
                <a:spcPct val="115000"/>
              </a:lnSpc>
              <a:spcBef>
                <a:spcPts val="0"/>
              </a:spcBef>
              <a:spcAft>
                <a:spcPts val="0"/>
              </a:spcAft>
              <a:buSzPts val="1400"/>
              <a:buNone/>
              <a:defRPr/>
            </a:lvl4pPr>
            <a:lvl5pPr lvl="4" algn="r" rtl="0">
              <a:lnSpc>
                <a:spcPct val="115000"/>
              </a:lnSpc>
              <a:spcBef>
                <a:spcPts val="0"/>
              </a:spcBef>
              <a:spcAft>
                <a:spcPts val="0"/>
              </a:spcAft>
              <a:buSzPts val="1400"/>
              <a:buNone/>
              <a:defRPr/>
            </a:lvl5pPr>
            <a:lvl6pPr lvl="5" algn="r" rtl="0">
              <a:lnSpc>
                <a:spcPct val="115000"/>
              </a:lnSpc>
              <a:spcBef>
                <a:spcPts val="0"/>
              </a:spcBef>
              <a:spcAft>
                <a:spcPts val="0"/>
              </a:spcAft>
              <a:buSzPts val="1400"/>
              <a:buNone/>
              <a:defRPr/>
            </a:lvl6pPr>
            <a:lvl7pPr lvl="6" algn="r" rtl="0">
              <a:lnSpc>
                <a:spcPct val="115000"/>
              </a:lnSpc>
              <a:spcBef>
                <a:spcPts val="0"/>
              </a:spcBef>
              <a:spcAft>
                <a:spcPts val="0"/>
              </a:spcAft>
              <a:buSzPts val="1400"/>
              <a:buNone/>
              <a:defRPr/>
            </a:lvl7pPr>
            <a:lvl8pPr lvl="7" algn="r" rtl="0">
              <a:lnSpc>
                <a:spcPct val="115000"/>
              </a:lnSpc>
              <a:spcBef>
                <a:spcPts val="0"/>
              </a:spcBef>
              <a:spcAft>
                <a:spcPts val="0"/>
              </a:spcAft>
              <a:buSzPts val="1400"/>
              <a:buNone/>
              <a:defRPr/>
            </a:lvl8pPr>
            <a:lvl9pPr lvl="8" algn="r" rtl="0">
              <a:lnSpc>
                <a:spcPct val="115000"/>
              </a:lnSpc>
              <a:spcBef>
                <a:spcPts val="0"/>
              </a:spcBef>
              <a:spcAft>
                <a:spcPts val="0"/>
              </a:spcAft>
              <a:buSzPts val="1400"/>
              <a:buNone/>
              <a:defRPr/>
            </a:lvl9pPr>
          </a:lstStyle>
          <a:p>
            <a:endParaRPr/>
          </a:p>
        </p:txBody>
      </p:sp>
      <p:grpSp>
        <p:nvGrpSpPr>
          <p:cNvPr id="166" name="Google Shape;166;p24"/>
          <p:cNvGrpSpPr/>
          <p:nvPr/>
        </p:nvGrpSpPr>
        <p:grpSpPr>
          <a:xfrm flipH="1">
            <a:off x="0" y="0"/>
            <a:ext cx="9144075" cy="5143500"/>
            <a:chOff x="0" y="0"/>
            <a:chExt cx="9144075" cy="5143500"/>
          </a:xfrm>
        </p:grpSpPr>
        <p:grpSp>
          <p:nvGrpSpPr>
            <p:cNvPr id="167" name="Google Shape;167;p24"/>
            <p:cNvGrpSpPr/>
            <p:nvPr/>
          </p:nvGrpSpPr>
          <p:grpSpPr>
            <a:xfrm>
              <a:off x="0" y="0"/>
              <a:ext cx="9144075" cy="5143500"/>
              <a:chOff x="0" y="0"/>
              <a:chExt cx="9144075" cy="5143500"/>
            </a:xfrm>
          </p:grpSpPr>
          <p:sp>
            <p:nvSpPr>
              <p:cNvPr id="168" name="Google Shape;168;p24"/>
              <p:cNvSpPr/>
              <p:nvPr/>
            </p:nvSpPr>
            <p:spPr>
              <a:xfrm>
                <a:off x="4185975" y="4608575"/>
                <a:ext cx="4958100" cy="529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4"/>
              <p:cNvSpPr/>
              <p:nvPr/>
            </p:nvSpPr>
            <p:spPr>
              <a:xfrm>
                <a:off x="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 name="Google Shape;170;p24"/>
            <p:cNvGrpSpPr/>
            <p:nvPr/>
          </p:nvGrpSpPr>
          <p:grpSpPr>
            <a:xfrm>
              <a:off x="150" y="539500"/>
              <a:ext cx="8430625" cy="4604000"/>
              <a:chOff x="150" y="539500"/>
              <a:chExt cx="8430625" cy="4604000"/>
            </a:xfrm>
          </p:grpSpPr>
          <p:cxnSp>
            <p:nvCxnSpPr>
              <p:cNvPr id="171" name="Google Shape;171;p24"/>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cxnSp>
            <p:nvCxnSpPr>
              <p:cNvPr id="172" name="Google Shape;172;p24"/>
              <p:cNvCxnSpPr/>
              <p:nvPr/>
            </p:nvCxnSpPr>
            <p:spPr>
              <a:xfrm rot="10800000">
                <a:off x="150" y="539500"/>
                <a:ext cx="4336800" cy="0"/>
              </a:xfrm>
              <a:prstGeom prst="straightConnector1">
                <a:avLst/>
              </a:prstGeom>
              <a:noFill/>
              <a:ln w="9525" cap="flat" cmpd="sng">
                <a:solidFill>
                  <a:schemeClr val="dk1"/>
                </a:solidFill>
                <a:prstDash val="solid"/>
                <a:round/>
                <a:headEnd type="none" w="med" len="med"/>
                <a:tailEnd type="none" w="med" len="med"/>
              </a:ln>
            </p:spPr>
          </p:cxn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2">
  <p:cSld name="CUSTOM_3_1">
    <p:spTree>
      <p:nvGrpSpPr>
        <p:cNvPr id="1" name="Shape 182"/>
        <p:cNvGrpSpPr/>
        <p:nvPr/>
      </p:nvGrpSpPr>
      <p:grpSpPr>
        <a:xfrm>
          <a:off x="0" y="0"/>
          <a:ext cx="0" cy="0"/>
          <a:chOff x="0" y="0"/>
          <a:chExt cx="0" cy="0"/>
        </a:xfrm>
      </p:grpSpPr>
      <p:sp>
        <p:nvSpPr>
          <p:cNvPr id="183" name="Google Shape;183;p26"/>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84" name="Google Shape;184;p26"/>
          <p:cNvSpPr txBox="1">
            <a:spLocks noGrp="1"/>
          </p:cNvSpPr>
          <p:nvPr>
            <p:ph type="subTitle" idx="1"/>
          </p:nvPr>
        </p:nvSpPr>
        <p:spPr>
          <a:xfrm>
            <a:off x="1106875" y="1964500"/>
            <a:ext cx="3200400" cy="1887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85" name="Google Shape;185;p26"/>
          <p:cNvSpPr txBox="1">
            <a:spLocks noGrp="1"/>
          </p:cNvSpPr>
          <p:nvPr>
            <p:ph type="subTitle" idx="2"/>
          </p:nvPr>
        </p:nvSpPr>
        <p:spPr>
          <a:xfrm>
            <a:off x="4836725" y="1964500"/>
            <a:ext cx="3200400" cy="1887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86" name="Google Shape;186;p26"/>
          <p:cNvSpPr/>
          <p:nvPr/>
        </p:nvSpPr>
        <p:spPr>
          <a:xfrm rot="10800000">
            <a:off x="8860200" y="-26"/>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7" name="Google Shape;187;p26"/>
          <p:cNvGrpSpPr/>
          <p:nvPr/>
        </p:nvGrpSpPr>
        <p:grpSpPr>
          <a:xfrm rot="10800000">
            <a:off x="-125" y="267450"/>
            <a:ext cx="9002225" cy="4876050"/>
            <a:chOff x="141900" y="-26"/>
            <a:chExt cx="9002225" cy="4876050"/>
          </a:xfrm>
        </p:grpSpPr>
        <p:cxnSp>
          <p:nvCxnSpPr>
            <p:cNvPr id="188" name="Google Shape;188;p26"/>
            <p:cNvCxnSpPr/>
            <p:nvPr/>
          </p:nvCxnSpPr>
          <p:spPr>
            <a:xfrm>
              <a:off x="7404125" y="4876024"/>
              <a:ext cx="1740000" cy="0"/>
            </a:xfrm>
            <a:prstGeom prst="straightConnector1">
              <a:avLst/>
            </a:prstGeom>
            <a:noFill/>
            <a:ln w="9525" cap="flat" cmpd="sng">
              <a:solidFill>
                <a:schemeClr val="dk1"/>
              </a:solidFill>
              <a:prstDash val="solid"/>
              <a:round/>
              <a:headEnd type="none" w="med" len="med"/>
              <a:tailEnd type="none" w="med" len="med"/>
            </a:ln>
          </p:spPr>
        </p:cxnSp>
        <p:cxnSp>
          <p:nvCxnSpPr>
            <p:cNvPr id="189" name="Google Shape;189;p26"/>
            <p:cNvCxnSpPr/>
            <p:nvPr/>
          </p:nvCxnSpPr>
          <p:spPr>
            <a:xfrm rot="10800000">
              <a:off x="141900" y="-26"/>
              <a:ext cx="0" cy="39585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five columns">
  <p:cSld name="CUSTOM_6_1">
    <p:spTree>
      <p:nvGrpSpPr>
        <p:cNvPr id="1" name="Shape 222"/>
        <p:cNvGrpSpPr/>
        <p:nvPr/>
      </p:nvGrpSpPr>
      <p:grpSpPr>
        <a:xfrm>
          <a:off x="0" y="0"/>
          <a:ext cx="0" cy="0"/>
          <a:chOff x="0" y="0"/>
          <a:chExt cx="0" cy="0"/>
        </a:xfrm>
      </p:grpSpPr>
      <p:sp>
        <p:nvSpPr>
          <p:cNvPr id="223" name="Google Shape;223;p30"/>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224" name="Google Shape;224;p30"/>
          <p:cNvSpPr txBox="1">
            <a:spLocks noGrp="1"/>
          </p:cNvSpPr>
          <p:nvPr>
            <p:ph type="subTitle" idx="1"/>
          </p:nvPr>
        </p:nvSpPr>
        <p:spPr>
          <a:xfrm>
            <a:off x="713250" y="3515601"/>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25" name="Google Shape;225;p30"/>
          <p:cNvSpPr txBox="1">
            <a:spLocks noGrp="1"/>
          </p:cNvSpPr>
          <p:nvPr>
            <p:ph type="subTitle" idx="2"/>
          </p:nvPr>
        </p:nvSpPr>
        <p:spPr>
          <a:xfrm>
            <a:off x="713250" y="3040799"/>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26" name="Google Shape;226;p30"/>
          <p:cNvSpPr txBox="1">
            <a:spLocks noGrp="1"/>
          </p:cNvSpPr>
          <p:nvPr>
            <p:ph type="subTitle" idx="3"/>
          </p:nvPr>
        </p:nvSpPr>
        <p:spPr>
          <a:xfrm>
            <a:off x="6030450" y="3515601"/>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27" name="Google Shape;227;p30"/>
          <p:cNvSpPr txBox="1">
            <a:spLocks noGrp="1"/>
          </p:cNvSpPr>
          <p:nvPr>
            <p:ph type="subTitle" idx="4"/>
          </p:nvPr>
        </p:nvSpPr>
        <p:spPr>
          <a:xfrm>
            <a:off x="6030450" y="3040799"/>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28" name="Google Shape;228;p30"/>
          <p:cNvSpPr txBox="1">
            <a:spLocks noGrp="1"/>
          </p:cNvSpPr>
          <p:nvPr>
            <p:ph type="subTitle" idx="5"/>
          </p:nvPr>
        </p:nvSpPr>
        <p:spPr>
          <a:xfrm>
            <a:off x="3371850" y="3515601"/>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29" name="Google Shape;229;p30"/>
          <p:cNvSpPr txBox="1">
            <a:spLocks noGrp="1"/>
          </p:cNvSpPr>
          <p:nvPr>
            <p:ph type="subTitle" idx="6"/>
          </p:nvPr>
        </p:nvSpPr>
        <p:spPr>
          <a:xfrm>
            <a:off x="3371850" y="3040799"/>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30" name="Google Shape;230;p30"/>
          <p:cNvSpPr txBox="1">
            <a:spLocks noGrp="1"/>
          </p:cNvSpPr>
          <p:nvPr>
            <p:ph type="subTitle" idx="7"/>
          </p:nvPr>
        </p:nvSpPr>
        <p:spPr>
          <a:xfrm>
            <a:off x="2042531" y="1850002"/>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31" name="Google Shape;231;p30"/>
          <p:cNvSpPr txBox="1">
            <a:spLocks noGrp="1"/>
          </p:cNvSpPr>
          <p:nvPr>
            <p:ph type="subTitle" idx="8"/>
          </p:nvPr>
        </p:nvSpPr>
        <p:spPr>
          <a:xfrm>
            <a:off x="2042531" y="1375200"/>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32" name="Google Shape;232;p30"/>
          <p:cNvSpPr txBox="1">
            <a:spLocks noGrp="1"/>
          </p:cNvSpPr>
          <p:nvPr>
            <p:ph type="subTitle" idx="9"/>
          </p:nvPr>
        </p:nvSpPr>
        <p:spPr>
          <a:xfrm>
            <a:off x="4701169" y="1850002"/>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33" name="Google Shape;233;p30"/>
          <p:cNvSpPr txBox="1">
            <a:spLocks noGrp="1"/>
          </p:cNvSpPr>
          <p:nvPr>
            <p:ph type="subTitle" idx="13"/>
          </p:nvPr>
        </p:nvSpPr>
        <p:spPr>
          <a:xfrm>
            <a:off x="4701169" y="1375200"/>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34" name="Google Shape;234;p30"/>
          <p:cNvSpPr/>
          <p:nvPr/>
        </p:nvSpPr>
        <p:spPr>
          <a:xfrm>
            <a:off x="0" y="4876025"/>
            <a:ext cx="84306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5" name="Google Shape;235;p30"/>
          <p:cNvGrpSpPr/>
          <p:nvPr/>
        </p:nvGrpSpPr>
        <p:grpSpPr>
          <a:xfrm flipH="1">
            <a:off x="283800" y="-4100"/>
            <a:ext cx="8576400" cy="5147625"/>
            <a:chOff x="283800" y="-4100"/>
            <a:chExt cx="8576400" cy="5147625"/>
          </a:xfrm>
        </p:grpSpPr>
        <p:cxnSp>
          <p:nvCxnSpPr>
            <p:cNvPr id="236" name="Google Shape;236;p30"/>
            <p:cNvCxnSpPr/>
            <p:nvPr/>
          </p:nvCxnSpPr>
          <p:spPr>
            <a:xfrm>
              <a:off x="8860200" y="2571925"/>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237" name="Google Shape;237;p30"/>
            <p:cNvCxnSpPr/>
            <p:nvPr/>
          </p:nvCxnSpPr>
          <p:spPr>
            <a:xfrm>
              <a:off x="283800" y="-4100"/>
              <a:ext cx="0" cy="25758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six columns">
  <p:cSld name="CUSTOM_7_1">
    <p:spTree>
      <p:nvGrpSpPr>
        <p:cNvPr id="1" name="Shape 238"/>
        <p:cNvGrpSpPr/>
        <p:nvPr/>
      </p:nvGrpSpPr>
      <p:grpSpPr>
        <a:xfrm>
          <a:off x="0" y="0"/>
          <a:ext cx="0" cy="0"/>
          <a:chOff x="0" y="0"/>
          <a:chExt cx="0" cy="0"/>
        </a:xfrm>
      </p:grpSpPr>
      <p:sp>
        <p:nvSpPr>
          <p:cNvPr id="239" name="Google Shape;239;p31"/>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240" name="Google Shape;240;p31"/>
          <p:cNvSpPr txBox="1">
            <a:spLocks noGrp="1"/>
          </p:cNvSpPr>
          <p:nvPr>
            <p:ph type="subTitle" idx="1"/>
          </p:nvPr>
        </p:nvSpPr>
        <p:spPr>
          <a:xfrm>
            <a:off x="713244" y="3515601"/>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41" name="Google Shape;241;p31"/>
          <p:cNvSpPr txBox="1">
            <a:spLocks noGrp="1"/>
          </p:cNvSpPr>
          <p:nvPr>
            <p:ph type="subTitle" idx="2"/>
          </p:nvPr>
        </p:nvSpPr>
        <p:spPr>
          <a:xfrm>
            <a:off x="713244" y="3040799"/>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42" name="Google Shape;242;p31"/>
          <p:cNvSpPr txBox="1">
            <a:spLocks noGrp="1"/>
          </p:cNvSpPr>
          <p:nvPr>
            <p:ph type="subTitle" idx="3"/>
          </p:nvPr>
        </p:nvSpPr>
        <p:spPr>
          <a:xfrm>
            <a:off x="6030456" y="3515601"/>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43" name="Google Shape;243;p31"/>
          <p:cNvSpPr txBox="1">
            <a:spLocks noGrp="1"/>
          </p:cNvSpPr>
          <p:nvPr>
            <p:ph type="subTitle" idx="4"/>
          </p:nvPr>
        </p:nvSpPr>
        <p:spPr>
          <a:xfrm>
            <a:off x="6030456" y="3040799"/>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44" name="Google Shape;244;p31"/>
          <p:cNvSpPr txBox="1">
            <a:spLocks noGrp="1"/>
          </p:cNvSpPr>
          <p:nvPr>
            <p:ph type="subTitle" idx="5"/>
          </p:nvPr>
        </p:nvSpPr>
        <p:spPr>
          <a:xfrm>
            <a:off x="3371850" y="3515601"/>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45" name="Google Shape;245;p31"/>
          <p:cNvSpPr txBox="1">
            <a:spLocks noGrp="1"/>
          </p:cNvSpPr>
          <p:nvPr>
            <p:ph type="subTitle" idx="6"/>
          </p:nvPr>
        </p:nvSpPr>
        <p:spPr>
          <a:xfrm>
            <a:off x="3371850" y="3040799"/>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46" name="Google Shape;246;p31"/>
          <p:cNvSpPr txBox="1">
            <a:spLocks noGrp="1"/>
          </p:cNvSpPr>
          <p:nvPr>
            <p:ph type="subTitle" idx="7"/>
          </p:nvPr>
        </p:nvSpPr>
        <p:spPr>
          <a:xfrm>
            <a:off x="713244" y="1850002"/>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47" name="Google Shape;247;p31"/>
          <p:cNvSpPr txBox="1">
            <a:spLocks noGrp="1"/>
          </p:cNvSpPr>
          <p:nvPr>
            <p:ph type="subTitle" idx="8"/>
          </p:nvPr>
        </p:nvSpPr>
        <p:spPr>
          <a:xfrm>
            <a:off x="713244" y="1375200"/>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48" name="Google Shape;248;p31"/>
          <p:cNvSpPr txBox="1">
            <a:spLocks noGrp="1"/>
          </p:cNvSpPr>
          <p:nvPr>
            <p:ph type="subTitle" idx="9"/>
          </p:nvPr>
        </p:nvSpPr>
        <p:spPr>
          <a:xfrm>
            <a:off x="3371850" y="1850002"/>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49" name="Google Shape;249;p31"/>
          <p:cNvSpPr txBox="1">
            <a:spLocks noGrp="1"/>
          </p:cNvSpPr>
          <p:nvPr>
            <p:ph type="subTitle" idx="13"/>
          </p:nvPr>
        </p:nvSpPr>
        <p:spPr>
          <a:xfrm>
            <a:off x="3371850" y="1375200"/>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50" name="Google Shape;250;p31"/>
          <p:cNvSpPr txBox="1">
            <a:spLocks noGrp="1"/>
          </p:cNvSpPr>
          <p:nvPr>
            <p:ph type="subTitle" idx="14"/>
          </p:nvPr>
        </p:nvSpPr>
        <p:spPr>
          <a:xfrm>
            <a:off x="6030456" y="1850002"/>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51" name="Google Shape;251;p31"/>
          <p:cNvSpPr txBox="1">
            <a:spLocks noGrp="1"/>
          </p:cNvSpPr>
          <p:nvPr>
            <p:ph type="subTitle" idx="15"/>
          </p:nvPr>
        </p:nvSpPr>
        <p:spPr>
          <a:xfrm>
            <a:off x="6030456" y="1375200"/>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52" name="Google Shape;252;p31"/>
          <p:cNvSpPr/>
          <p:nvPr/>
        </p:nvSpPr>
        <p:spPr>
          <a:xfrm rot="10800000" flipH="1">
            <a:off x="25" y="-26"/>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3" name="Google Shape;253;p31"/>
          <p:cNvGrpSpPr/>
          <p:nvPr/>
        </p:nvGrpSpPr>
        <p:grpSpPr>
          <a:xfrm rot="10800000" flipH="1">
            <a:off x="141925" y="267450"/>
            <a:ext cx="9001950" cy="4876050"/>
            <a:chOff x="141900" y="-26"/>
            <a:chExt cx="9001950" cy="4876050"/>
          </a:xfrm>
        </p:grpSpPr>
        <p:cxnSp>
          <p:nvCxnSpPr>
            <p:cNvPr id="254" name="Google Shape;254;p31"/>
            <p:cNvCxnSpPr/>
            <p:nvPr/>
          </p:nvCxnSpPr>
          <p:spPr>
            <a:xfrm>
              <a:off x="7907850" y="4876024"/>
              <a:ext cx="1236000" cy="0"/>
            </a:xfrm>
            <a:prstGeom prst="straightConnector1">
              <a:avLst/>
            </a:prstGeom>
            <a:noFill/>
            <a:ln w="9525" cap="flat" cmpd="sng">
              <a:solidFill>
                <a:schemeClr val="dk1"/>
              </a:solidFill>
              <a:prstDash val="solid"/>
              <a:round/>
              <a:headEnd type="none" w="med" len="med"/>
              <a:tailEnd type="none" w="med" len="med"/>
            </a:ln>
          </p:spPr>
        </p:cxnSp>
        <p:cxnSp>
          <p:nvCxnSpPr>
            <p:cNvPr id="255" name="Google Shape;255;p31"/>
            <p:cNvCxnSpPr/>
            <p:nvPr/>
          </p:nvCxnSpPr>
          <p:spPr>
            <a:xfrm rot="10800000">
              <a:off x="141900" y="-26"/>
              <a:ext cx="0" cy="39585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64"/>
        <p:cNvGrpSpPr/>
        <p:nvPr/>
      </p:nvGrpSpPr>
      <p:grpSpPr>
        <a:xfrm>
          <a:off x="0" y="0"/>
          <a:ext cx="0" cy="0"/>
          <a:chOff x="0" y="0"/>
          <a:chExt cx="0" cy="0"/>
        </a:xfrm>
      </p:grpSpPr>
      <p:cxnSp>
        <p:nvCxnSpPr>
          <p:cNvPr id="265" name="Google Shape;265;p33"/>
          <p:cNvCxnSpPr/>
          <p:nvPr/>
        </p:nvCxnSpPr>
        <p:spPr>
          <a:xfrm rot="10800000">
            <a:off x="9002100" y="-100"/>
            <a:ext cx="0" cy="2652600"/>
          </a:xfrm>
          <a:prstGeom prst="straightConnector1">
            <a:avLst/>
          </a:prstGeom>
          <a:noFill/>
          <a:ln w="9525" cap="flat" cmpd="sng">
            <a:solidFill>
              <a:schemeClr val="dk1"/>
            </a:solidFill>
            <a:prstDash val="solid"/>
            <a:round/>
            <a:headEnd type="none" w="med" len="med"/>
            <a:tailEnd type="none" w="med" len="med"/>
          </a:ln>
        </p:spPr>
      </p:cxnSp>
      <p:sp>
        <p:nvSpPr>
          <p:cNvPr id="266" name="Google Shape;266;p33"/>
          <p:cNvSpPr/>
          <p:nvPr/>
        </p:nvSpPr>
        <p:spPr>
          <a:xfrm>
            <a:off x="829110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7" name="Google Shape;267;p33"/>
          <p:cNvCxnSpPr/>
          <p:nvPr/>
        </p:nvCxnSpPr>
        <p:spPr>
          <a:xfrm>
            <a:off x="4273200" y="4876025"/>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268" name="Google Shape;268;p33"/>
          <p:cNvCxnSpPr/>
          <p:nvPr/>
        </p:nvCxnSpPr>
        <p:spPr>
          <a:xfrm rot="10800000">
            <a:off x="711250" y="0"/>
            <a:ext cx="0" cy="41310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1">
  <p:cSld name="CUSTOM_10">
    <p:spTree>
      <p:nvGrpSpPr>
        <p:cNvPr id="1" name="Shape 269"/>
        <p:cNvGrpSpPr/>
        <p:nvPr/>
      </p:nvGrpSpPr>
      <p:grpSpPr>
        <a:xfrm>
          <a:off x="0" y="0"/>
          <a:ext cx="0" cy="0"/>
          <a:chOff x="0" y="0"/>
          <a:chExt cx="0" cy="0"/>
        </a:xfrm>
      </p:grpSpPr>
      <p:sp>
        <p:nvSpPr>
          <p:cNvPr id="270" name="Google Shape;270;p34"/>
          <p:cNvSpPr/>
          <p:nvPr/>
        </p:nvSpPr>
        <p:spPr>
          <a:xfrm rot="10800000">
            <a:off x="125" y="0"/>
            <a:ext cx="7167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1" name="Google Shape;271;p34"/>
          <p:cNvGrpSpPr/>
          <p:nvPr/>
        </p:nvGrpSpPr>
        <p:grpSpPr>
          <a:xfrm rot="10800000">
            <a:off x="0" y="363100"/>
            <a:ext cx="8860200" cy="4780400"/>
            <a:chOff x="283800" y="0"/>
            <a:chExt cx="8860200" cy="4780400"/>
          </a:xfrm>
        </p:grpSpPr>
        <p:cxnSp>
          <p:nvCxnSpPr>
            <p:cNvPr id="272" name="Google Shape;272;p34"/>
            <p:cNvCxnSpPr/>
            <p:nvPr/>
          </p:nvCxnSpPr>
          <p:spPr>
            <a:xfrm>
              <a:off x="4273200" y="4780400"/>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273" name="Google Shape;273;p34"/>
            <p:cNvCxnSpPr/>
            <p:nvPr/>
          </p:nvCxnSpPr>
          <p:spPr>
            <a:xfrm rot="10800000">
              <a:off x="283800" y="0"/>
              <a:ext cx="0" cy="41310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70650"/>
            <a:ext cx="7717500" cy="5499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1pPr>
            <a:lvl2pPr lvl="1"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2pPr>
            <a:lvl3pPr lvl="2"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3pPr>
            <a:lvl4pPr lvl="3"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4pPr>
            <a:lvl5pPr lvl="4"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5pPr>
            <a:lvl6pPr lvl="5"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6pPr>
            <a:lvl7pPr lvl="6"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7pPr>
            <a:lvl8pPr lvl="7"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8pPr>
            <a:lvl9pPr lvl="8"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9pPr>
          </a:lstStyle>
          <a:p>
            <a:endParaRPr/>
          </a:p>
        </p:txBody>
      </p:sp>
      <p:sp>
        <p:nvSpPr>
          <p:cNvPr id="7" name="Google Shape;7;p1"/>
          <p:cNvSpPr txBox="1">
            <a:spLocks noGrp="1"/>
          </p:cNvSpPr>
          <p:nvPr>
            <p:ph type="body" idx="1"/>
          </p:nvPr>
        </p:nvSpPr>
        <p:spPr>
          <a:xfrm>
            <a:off x="713225" y="1297400"/>
            <a:ext cx="7717500" cy="32715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1pPr>
            <a:lvl2pPr marL="914400" lvl="1"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2pPr>
            <a:lvl3pPr marL="1371600" lvl="2"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3pPr>
            <a:lvl4pPr marL="1828800" lvl="3"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4pPr>
            <a:lvl5pPr marL="2286000" lvl="4"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5pPr>
            <a:lvl6pPr marL="2743200" lvl="5"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6pPr>
            <a:lvl7pPr marL="3200400" lvl="6"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7pPr>
            <a:lvl8pPr marL="3657600" lvl="7"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8pPr>
            <a:lvl9pPr marL="4114800" lvl="8" indent="-317500">
              <a:lnSpc>
                <a:spcPct val="115000"/>
              </a:lnSpc>
              <a:spcBef>
                <a:spcPts val="1600"/>
              </a:spcBef>
              <a:spcAft>
                <a:spcPts val="1600"/>
              </a:spcAft>
              <a:buClr>
                <a:schemeClr val="dk1"/>
              </a:buClr>
              <a:buSzPts val="1400"/>
              <a:buFont typeface="Commissioner"/>
              <a:buChar char="■"/>
              <a:defRPr>
                <a:solidFill>
                  <a:schemeClr val="dk1"/>
                </a:solidFill>
                <a:latin typeface="Commissioner"/>
                <a:ea typeface="Commissioner"/>
                <a:cs typeface="Commissioner"/>
                <a:sym typeface="Commissioner"/>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4" r:id="rId6"/>
    <p:sldLayoutId id="2147483655" r:id="rId7"/>
    <p:sldLayoutId id="2147483657" r:id="rId8"/>
    <p:sldLayoutId id="2147483666" r:id="rId9"/>
    <p:sldLayoutId id="2147483667" r:id="rId10"/>
    <p:sldLayoutId id="2147483668" r:id="rId11"/>
    <p:sldLayoutId id="2147483669" r:id="rId12"/>
    <p:sldLayoutId id="2147483670" r:id="rId13"/>
    <p:sldLayoutId id="2147483672" r:id="rId14"/>
    <p:sldLayoutId id="2147483676" r:id="rId15"/>
    <p:sldLayoutId id="2147483677" r:id="rId16"/>
    <p:sldLayoutId id="2147483679" r:id="rId17"/>
    <p:sldLayoutId id="2147483680"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8.sv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7.png"/><Relationship Id="rId17" Type="http://schemas.openxmlformats.org/officeDocument/2006/relationships/image" Target="../media/image12.svg"/><Relationship Id="rId2" Type="http://schemas.openxmlformats.org/officeDocument/2006/relationships/notesSlide" Target="../notesSlides/notesSlide6.xml"/><Relationship Id="rId16" Type="http://schemas.openxmlformats.org/officeDocument/2006/relationships/image" Target="../media/image11.png"/><Relationship Id="rId1" Type="http://schemas.openxmlformats.org/officeDocument/2006/relationships/slideLayout" Target="../slideLayouts/slideLayout14.xml"/><Relationship Id="rId6" Type="http://schemas.openxmlformats.org/officeDocument/2006/relationships/diagramColors" Target="../diagrams/colors1.xml"/><Relationship Id="rId11" Type="http://schemas.openxmlformats.org/officeDocument/2006/relationships/image" Target="../media/image6.svg"/><Relationship Id="rId5" Type="http://schemas.openxmlformats.org/officeDocument/2006/relationships/diagramQuickStyle" Target="../diagrams/quickStyle1.xml"/><Relationship Id="rId15" Type="http://schemas.openxmlformats.org/officeDocument/2006/relationships/image" Target="../media/image10.svg"/><Relationship Id="rId10" Type="http://schemas.openxmlformats.org/officeDocument/2006/relationships/image" Target="../media/image5.png"/><Relationship Id="rId4" Type="http://schemas.openxmlformats.org/officeDocument/2006/relationships/diagramLayout" Target="../diagrams/layout1.xml"/><Relationship Id="rId9" Type="http://schemas.openxmlformats.org/officeDocument/2006/relationships/image" Target="../media/image4.svg"/><Relationship Id="rId1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6.sv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microsoft.com/office/2007/relationships/hdphoto" Target="../media/hdphoto4.wdp"/><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4.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D3C65-A12E-28C3-0179-52DDE3B76200}"/>
              </a:ext>
            </a:extLst>
          </p:cNvPr>
          <p:cNvSpPr>
            <a:spLocks noGrp="1"/>
          </p:cNvSpPr>
          <p:nvPr>
            <p:ph type="ctrTitle"/>
          </p:nvPr>
        </p:nvSpPr>
        <p:spPr>
          <a:xfrm>
            <a:off x="260253" y="1146516"/>
            <a:ext cx="8124592" cy="1555151"/>
          </a:xfrm>
          <a:noFill/>
          <a:ln>
            <a:noFill/>
          </a:ln>
          <a:effectLst>
            <a:glow rad="63500">
              <a:schemeClr val="accent2">
                <a:alpha val="40000"/>
              </a:schemeClr>
            </a:glow>
            <a:reflection stA="52000" endA="300" endPos="0" dir="5400000" sy="-100000" algn="bl" rotWithShape="0"/>
          </a:effectLst>
        </p:spPr>
        <p:txBody>
          <a:bodyPr>
            <a:noAutofit/>
          </a:bodyPr>
          <a:lstStyle/>
          <a:p>
            <a:pPr>
              <a:lnSpc>
                <a:spcPct val="150000"/>
              </a:lnSpc>
            </a:pPr>
            <a:r>
              <a:rPr lang="en-US" sz="2000" b="1" dirty="0">
                <a:solidFill>
                  <a:srgbClr val="C00000"/>
                </a:solidFill>
                <a:latin typeface="Times New Roman" panose="02020603050405020304" pitchFamily="18" charset="0"/>
                <a:ea typeface="+mn-ea"/>
                <a:cs typeface="Times New Roman" panose="02020603050405020304" pitchFamily="18" charset="0"/>
              </a:rPr>
              <a:t>                                                             A </a:t>
            </a:r>
            <a:br>
              <a:rPr lang="en-US" sz="2000" b="1" dirty="0">
                <a:solidFill>
                  <a:srgbClr val="C00000"/>
                </a:solidFill>
                <a:latin typeface="Times New Roman" panose="02020603050405020304" pitchFamily="18" charset="0"/>
                <a:ea typeface="+mn-ea"/>
                <a:cs typeface="Times New Roman" panose="02020603050405020304" pitchFamily="18" charset="0"/>
              </a:rPr>
            </a:br>
            <a:r>
              <a:rPr lang="en-US" sz="2000" b="1" dirty="0">
                <a:solidFill>
                  <a:srgbClr val="C00000"/>
                </a:solidFill>
                <a:latin typeface="Times New Roman" panose="02020603050405020304" pitchFamily="18" charset="0"/>
                <a:ea typeface="+mn-ea"/>
                <a:cs typeface="Times New Roman" panose="02020603050405020304" pitchFamily="18" charset="0"/>
              </a:rPr>
              <a:t>                                               MINI PROJECT</a:t>
            </a:r>
            <a:br>
              <a:rPr lang="en-US" sz="2000" b="1" dirty="0">
                <a:solidFill>
                  <a:srgbClr val="C00000"/>
                </a:solidFill>
                <a:latin typeface="Times New Roman" panose="02020603050405020304" pitchFamily="18" charset="0"/>
                <a:ea typeface="+mn-ea"/>
                <a:cs typeface="Times New Roman" panose="02020603050405020304" pitchFamily="18" charset="0"/>
              </a:rPr>
            </a:br>
            <a:r>
              <a:rPr lang="en-US" sz="2000" b="1" dirty="0">
                <a:solidFill>
                  <a:srgbClr val="C00000"/>
                </a:solidFill>
                <a:latin typeface="Times New Roman" panose="02020603050405020304" pitchFamily="18" charset="0"/>
                <a:ea typeface="+mn-ea"/>
                <a:cs typeface="Times New Roman" panose="02020603050405020304" pitchFamily="18" charset="0"/>
              </a:rPr>
              <a:t>                                                           ON</a:t>
            </a:r>
            <a:br>
              <a:rPr lang="en-US" sz="2000" b="1" dirty="0">
                <a:solidFill>
                  <a:srgbClr val="C00000"/>
                </a:solidFill>
                <a:latin typeface="Times New Roman" panose="02020603050405020304" pitchFamily="18" charset="0"/>
                <a:ea typeface="+mn-ea"/>
                <a:cs typeface="Times New Roman" panose="02020603050405020304" pitchFamily="18" charset="0"/>
              </a:rPr>
            </a:br>
            <a:r>
              <a:rPr lang="en-US" sz="2000" dirty="0" err="1">
                <a:solidFill>
                  <a:srgbClr val="C00000"/>
                </a:solidFill>
                <a:latin typeface="Times New Roman" panose="02020603050405020304" pitchFamily="18" charset="0"/>
                <a:cs typeface="Times New Roman" panose="02020603050405020304" pitchFamily="18" charset="0"/>
              </a:rPr>
              <a:t>APuML</a:t>
            </a:r>
            <a:r>
              <a:rPr lang="en-US" sz="2000" dirty="0">
                <a:solidFill>
                  <a:srgbClr val="C00000"/>
                </a:solidFill>
                <a:latin typeface="Times New Roman" panose="02020603050405020304" pitchFamily="18" charset="0"/>
                <a:cs typeface="Times New Roman" panose="02020603050405020304" pitchFamily="18" charset="0"/>
              </a:rPr>
              <a:t>: An Efficient Approach to Detect Mobile Phishing Webpages using Machine Learning</a:t>
            </a:r>
            <a:br>
              <a:rPr lang="en-US" dirty="0"/>
            </a:br>
            <a:endParaRPr lang="en-US" sz="2100" b="1" dirty="0">
              <a:solidFill>
                <a:srgbClr val="C00000"/>
              </a:solidFill>
              <a:latin typeface="Times New Roman" panose="02020603050405020304" pitchFamily="18" charset="0"/>
              <a:ea typeface="+mn-ea"/>
              <a:cs typeface="Times New Roman" panose="02020603050405020304" pitchFamily="18" charset="0"/>
            </a:endParaRPr>
          </a:p>
        </p:txBody>
      </p:sp>
      <p:sp>
        <p:nvSpPr>
          <p:cNvPr id="3" name="Subtitle 2">
            <a:extLst>
              <a:ext uri="{FF2B5EF4-FFF2-40B4-BE49-F238E27FC236}">
                <a16:creationId xmlns:a16="http://schemas.microsoft.com/office/drawing/2014/main" id="{1802C77B-2E83-2D7A-7DD3-D37268816935}"/>
              </a:ext>
            </a:extLst>
          </p:cNvPr>
          <p:cNvSpPr>
            <a:spLocks noGrp="1"/>
          </p:cNvSpPr>
          <p:nvPr>
            <p:ph type="subTitle" idx="1"/>
          </p:nvPr>
        </p:nvSpPr>
        <p:spPr>
          <a:xfrm>
            <a:off x="6304025" y="3499005"/>
            <a:ext cx="1926771" cy="1403023"/>
          </a:xfrm>
          <a:noFill/>
          <a:ln>
            <a:noFill/>
          </a:ln>
          <a:effectLst>
            <a:softEdge rad="0"/>
          </a:effectLst>
          <a:scene3d>
            <a:camera prst="orthographicFront"/>
            <a:lightRig rig="threePt" dir="t"/>
          </a:scene3d>
          <a:sp3d contourW="12700">
            <a:contourClr>
              <a:schemeClr val="bg1">
                <a:lumMod val="95000"/>
              </a:schemeClr>
            </a:contourClr>
          </a:sp3d>
        </p:spPr>
        <p:txBody>
          <a:bodyPr>
            <a:noAutofit/>
          </a:bodyPr>
          <a:lstStyle/>
          <a:p>
            <a:pPr algn="l">
              <a:lnSpc>
                <a:spcPct val="150000"/>
              </a:lnSpc>
            </a:pPr>
            <a:r>
              <a:rPr lang="en-US" sz="1050" dirty="0"/>
              <a:t>  </a:t>
            </a:r>
            <a:r>
              <a:rPr lang="en-US" sz="1050" b="1" u="sng" dirty="0">
                <a:solidFill>
                  <a:schemeClr val="tx1"/>
                </a:solidFill>
                <a:latin typeface="Times New Roman" panose="02020603050405020304" pitchFamily="18" charset="0"/>
                <a:cs typeface="Times New Roman" panose="02020603050405020304" pitchFamily="18" charset="0"/>
              </a:rPr>
              <a:t>PRENSENTED BY :</a:t>
            </a:r>
          </a:p>
          <a:p>
            <a:pPr lvl="1" algn="l">
              <a:lnSpc>
                <a:spcPct val="100000"/>
              </a:lnSpc>
            </a:pPr>
            <a:r>
              <a:rPr lang="en-US" sz="1050" b="1" dirty="0">
                <a:solidFill>
                  <a:schemeClr val="tx1"/>
                </a:solidFill>
                <a:latin typeface="Times New Roman" panose="02020603050405020304" pitchFamily="18" charset="0"/>
                <a:cs typeface="Times New Roman" panose="02020603050405020304" pitchFamily="18" charset="0"/>
              </a:rPr>
              <a:t>B22IT033</a:t>
            </a:r>
          </a:p>
          <a:p>
            <a:pPr lvl="1" algn="l">
              <a:lnSpc>
                <a:spcPct val="100000"/>
              </a:lnSpc>
            </a:pPr>
            <a:r>
              <a:rPr lang="en-US" sz="1050" b="1" dirty="0">
                <a:solidFill>
                  <a:schemeClr val="tx1"/>
                </a:solidFill>
                <a:latin typeface="Times New Roman" panose="02020603050405020304" pitchFamily="18" charset="0"/>
                <a:cs typeface="Times New Roman" panose="02020603050405020304" pitchFamily="18" charset="0"/>
              </a:rPr>
              <a:t>B21IT034</a:t>
            </a:r>
          </a:p>
          <a:p>
            <a:pPr lvl="1" algn="l">
              <a:lnSpc>
                <a:spcPct val="100000"/>
              </a:lnSpc>
            </a:pPr>
            <a:r>
              <a:rPr lang="en-US" sz="1050" b="1" dirty="0">
                <a:solidFill>
                  <a:schemeClr val="tx1"/>
                </a:solidFill>
                <a:latin typeface="Times New Roman" panose="02020603050405020304" pitchFamily="18" charset="0"/>
                <a:cs typeface="Times New Roman" panose="02020603050405020304" pitchFamily="18" charset="0"/>
              </a:rPr>
              <a:t>B21IT040</a:t>
            </a:r>
          </a:p>
          <a:p>
            <a:pPr lvl="1" algn="l">
              <a:lnSpc>
                <a:spcPct val="100000"/>
              </a:lnSpc>
            </a:pPr>
            <a:r>
              <a:rPr lang="en-US" sz="1050" b="1" dirty="0">
                <a:solidFill>
                  <a:schemeClr val="tx1"/>
                </a:solidFill>
                <a:latin typeface="Times New Roman" panose="02020603050405020304" pitchFamily="18" charset="0"/>
                <a:cs typeface="Times New Roman" panose="02020603050405020304" pitchFamily="18" charset="0"/>
              </a:rPr>
              <a:t>B21IT053</a:t>
            </a:r>
          </a:p>
        </p:txBody>
      </p:sp>
      <p:pic>
        <p:nvPicPr>
          <p:cNvPr id="4" name="Picture 3" descr="Text">
            <a:extLst>
              <a:ext uri="{FF2B5EF4-FFF2-40B4-BE49-F238E27FC236}">
                <a16:creationId xmlns:a16="http://schemas.microsoft.com/office/drawing/2014/main" id="{A6239A90-8BEA-E4C6-C029-328FB1BA49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4259" y="0"/>
            <a:ext cx="6881612" cy="1305959"/>
          </a:xfrm>
          <a:prstGeom prst="rect">
            <a:avLst/>
          </a:prstGeom>
        </p:spPr>
      </p:pic>
      <p:pic>
        <p:nvPicPr>
          <p:cNvPr id="5" name="Picture 4" descr="A close-up of a coin&#10;&#10;Description automatically generated with low confidence">
            <a:extLst>
              <a:ext uri="{FF2B5EF4-FFF2-40B4-BE49-F238E27FC236}">
                <a16:creationId xmlns:a16="http://schemas.microsoft.com/office/drawing/2014/main" id="{2FB016CA-B45F-F3FB-ED26-502A9BD03C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404256" cy="1305959"/>
          </a:xfrm>
          <a:prstGeom prst="rect">
            <a:avLst/>
          </a:prstGeom>
        </p:spPr>
      </p:pic>
      <p:sp>
        <p:nvSpPr>
          <p:cNvPr id="7" name="TextBox 6">
            <a:extLst>
              <a:ext uri="{FF2B5EF4-FFF2-40B4-BE49-F238E27FC236}">
                <a16:creationId xmlns:a16="http://schemas.microsoft.com/office/drawing/2014/main" id="{6E48BD92-6EA7-4C1F-C227-DD18611CB210}"/>
              </a:ext>
            </a:extLst>
          </p:cNvPr>
          <p:cNvSpPr txBox="1"/>
          <p:nvPr/>
        </p:nvSpPr>
        <p:spPr>
          <a:xfrm>
            <a:off x="702127" y="3587932"/>
            <a:ext cx="1510394" cy="1032783"/>
          </a:xfrm>
          <a:prstGeom prst="rect">
            <a:avLst/>
          </a:prstGeom>
          <a:noFill/>
        </p:spPr>
        <p:txBody>
          <a:bodyPr wrap="square" rtlCol="0">
            <a:spAutoFit/>
          </a:bodyPr>
          <a:lstStyle/>
          <a:p>
            <a:pPr>
              <a:lnSpc>
                <a:spcPct val="150000"/>
              </a:lnSpc>
            </a:pPr>
            <a:r>
              <a:rPr lang="en-US" sz="1050" b="1" dirty="0"/>
              <a:t>        </a:t>
            </a:r>
            <a:r>
              <a:rPr lang="en-US" sz="1050" b="1" u="sng" dirty="0">
                <a:latin typeface="Times New Roman" panose="02020603050405020304" pitchFamily="18" charset="0"/>
                <a:cs typeface="Times New Roman" panose="02020603050405020304" pitchFamily="18" charset="0"/>
              </a:rPr>
              <a:t>SUPERVISIOR</a:t>
            </a:r>
          </a:p>
          <a:p>
            <a:pPr>
              <a:lnSpc>
                <a:spcPct val="150000"/>
              </a:lnSpc>
            </a:pPr>
            <a:r>
              <a:rPr lang="en-US" sz="1050" b="1" dirty="0">
                <a:latin typeface="Times New Roman" panose="02020603050405020304" pitchFamily="18" charset="0"/>
                <a:cs typeface="Times New Roman" panose="02020603050405020304" pitchFamily="18" charset="0"/>
              </a:rPr>
              <a:t>      Gautham </a:t>
            </a:r>
            <a:r>
              <a:rPr lang="en-US" sz="1050" b="1" dirty="0" err="1">
                <a:latin typeface="Times New Roman" panose="02020603050405020304" pitchFamily="18" charset="0"/>
                <a:cs typeface="Times New Roman" panose="02020603050405020304" pitchFamily="18" charset="0"/>
              </a:rPr>
              <a:t>Rampalli</a:t>
            </a:r>
            <a:endParaRPr lang="en-US" sz="1050" b="1" dirty="0">
              <a:latin typeface="Times New Roman" panose="02020603050405020304" pitchFamily="18" charset="0"/>
              <a:cs typeface="Times New Roman" panose="02020603050405020304" pitchFamily="18" charset="0"/>
            </a:endParaRPr>
          </a:p>
          <a:p>
            <a:pPr>
              <a:lnSpc>
                <a:spcPct val="150000"/>
              </a:lnSpc>
            </a:pPr>
            <a:r>
              <a:rPr lang="en-US" sz="1050" b="1" dirty="0">
                <a:latin typeface="Times New Roman" panose="02020603050405020304" pitchFamily="18" charset="0"/>
                <a:cs typeface="Times New Roman" panose="02020603050405020304" pitchFamily="18" charset="0"/>
              </a:rPr>
              <a:t>  Assistant Professor</a:t>
            </a:r>
          </a:p>
          <a:p>
            <a:pPr>
              <a:lnSpc>
                <a:spcPct val="150000"/>
              </a:lnSpc>
            </a:pPr>
            <a:r>
              <a:rPr lang="en-US" sz="1050" b="1" dirty="0">
                <a:latin typeface="Times New Roman" panose="02020603050405020304" pitchFamily="18" charset="0"/>
                <a:cs typeface="Times New Roman" panose="02020603050405020304" pitchFamily="18" charset="0"/>
              </a:rPr>
              <a:t>           Dept of IT</a:t>
            </a:r>
          </a:p>
        </p:txBody>
      </p:sp>
      <p:sp>
        <p:nvSpPr>
          <p:cNvPr id="8" name="TextBox 7">
            <a:extLst>
              <a:ext uri="{FF2B5EF4-FFF2-40B4-BE49-F238E27FC236}">
                <a16:creationId xmlns:a16="http://schemas.microsoft.com/office/drawing/2014/main" id="{67060350-CF16-A07C-3F40-47E9FC5DC484}"/>
              </a:ext>
            </a:extLst>
          </p:cNvPr>
          <p:cNvSpPr txBox="1"/>
          <p:nvPr/>
        </p:nvSpPr>
        <p:spPr>
          <a:xfrm>
            <a:off x="3726996" y="3563387"/>
            <a:ext cx="1690008" cy="1274260"/>
          </a:xfrm>
          <a:prstGeom prst="rect">
            <a:avLst/>
          </a:prstGeom>
          <a:noFill/>
        </p:spPr>
        <p:txBody>
          <a:bodyPr wrap="square" rtlCol="0">
            <a:spAutoFit/>
          </a:bodyPr>
          <a:lstStyle/>
          <a:p>
            <a:pPr>
              <a:lnSpc>
                <a:spcPct val="150000"/>
              </a:lnSpc>
            </a:pPr>
            <a:r>
              <a:rPr lang="en-US" sz="1050" b="1" dirty="0">
                <a:solidFill>
                  <a:schemeClr val="bg1">
                    <a:lumMod val="95000"/>
                  </a:schemeClr>
                </a:solidFill>
              </a:rPr>
              <a:t>           </a:t>
            </a:r>
            <a:r>
              <a:rPr lang="en-US" sz="1050" b="1" u="sng" dirty="0">
                <a:latin typeface="Times New Roman" panose="02020603050405020304" pitchFamily="18" charset="0"/>
                <a:cs typeface="Times New Roman" panose="02020603050405020304" pitchFamily="18" charset="0"/>
              </a:rPr>
              <a:t>COORDINATOR</a:t>
            </a:r>
          </a:p>
          <a:p>
            <a:pPr>
              <a:lnSpc>
                <a:spcPct val="150000"/>
              </a:lnSpc>
            </a:pPr>
            <a:r>
              <a:rPr lang="en-US" sz="1050" b="1" dirty="0">
                <a:latin typeface="Times New Roman" panose="02020603050405020304" pitchFamily="18" charset="0"/>
                <a:cs typeface="Times New Roman" panose="02020603050405020304" pitchFamily="18" charset="0"/>
              </a:rPr>
              <a:t>              S. Sangeetha</a:t>
            </a:r>
          </a:p>
          <a:p>
            <a:pPr>
              <a:lnSpc>
                <a:spcPct val="150000"/>
              </a:lnSpc>
            </a:pPr>
            <a:r>
              <a:rPr lang="en-US" sz="1050" b="1" dirty="0">
                <a:latin typeface="Times New Roman" panose="02020603050405020304" pitchFamily="18" charset="0"/>
                <a:cs typeface="Times New Roman" panose="02020603050405020304" pitchFamily="18" charset="0"/>
              </a:rPr>
              <a:t>        Assistant Professor</a:t>
            </a:r>
          </a:p>
          <a:p>
            <a:pPr>
              <a:lnSpc>
                <a:spcPct val="150000"/>
              </a:lnSpc>
            </a:pPr>
            <a:r>
              <a:rPr lang="en-US" sz="1050" b="1" dirty="0">
                <a:latin typeface="Times New Roman" panose="02020603050405020304" pitchFamily="18" charset="0"/>
                <a:cs typeface="Times New Roman" panose="02020603050405020304" pitchFamily="18" charset="0"/>
              </a:rPr>
              <a:t>                 Dept of IT</a:t>
            </a:r>
          </a:p>
          <a:p>
            <a:pPr>
              <a:lnSpc>
                <a:spcPct val="150000"/>
              </a:lnSpc>
            </a:pPr>
            <a:endParaRPr lang="en-US" sz="1050" b="1" dirty="0"/>
          </a:p>
        </p:txBody>
      </p:sp>
    </p:spTree>
    <p:extLst>
      <p:ext uri="{BB962C8B-B14F-4D97-AF65-F5344CB8AC3E}">
        <p14:creationId xmlns:p14="http://schemas.microsoft.com/office/powerpoint/2010/main" val="39467554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par>
                          <p:cTn id="10" fill="hold">
                            <p:stCondLst>
                              <p:cond delay="1000"/>
                            </p:stCondLst>
                            <p:childTnLst>
                              <p:par>
                                <p:cTn id="11" presetID="27" presetClass="emph" presetSubtype="0" fill="remove" grpId="0" nodeType="afterEffect">
                                  <p:stCondLst>
                                    <p:cond delay="0"/>
                                  </p:stCondLst>
                                  <p:childTnLst>
                                    <p:animClr clrSpc="rgb" dir="cw">
                                      <p:cBhvr override="childStyle">
                                        <p:cTn id="12" dur="250" autoRev="1" fill="remove"/>
                                        <p:tgtEl>
                                          <p:spTgt spid="3">
                                            <p:txEl>
                                              <p:pRg st="0" end="0"/>
                                            </p:txEl>
                                          </p:spTgt>
                                        </p:tgtEl>
                                        <p:attrNameLst>
                                          <p:attrName>style.color</p:attrName>
                                        </p:attrNameLst>
                                      </p:cBhvr>
                                      <p:to>
                                        <a:schemeClr val="bg1"/>
                                      </p:to>
                                    </p:animClr>
                                    <p:animClr clrSpc="rgb" dir="cw">
                                      <p:cBhvr>
                                        <p:cTn id="13" dur="250" autoRev="1" fill="remove"/>
                                        <p:tgtEl>
                                          <p:spTgt spid="3">
                                            <p:txEl>
                                              <p:pRg st="0" end="0"/>
                                            </p:txEl>
                                          </p:spTgt>
                                        </p:tgtEl>
                                        <p:attrNameLst>
                                          <p:attrName>fillcolor</p:attrName>
                                        </p:attrNameLst>
                                      </p:cBhvr>
                                      <p:to>
                                        <a:schemeClr val="bg1"/>
                                      </p:to>
                                    </p:animClr>
                                    <p:set>
                                      <p:cBhvr>
                                        <p:cTn id="14" dur="250" autoRev="1" fill="remove"/>
                                        <p:tgtEl>
                                          <p:spTgt spid="3">
                                            <p:txEl>
                                              <p:pRg st="0" end="0"/>
                                            </p:txEl>
                                          </p:spTgt>
                                        </p:tgtEl>
                                        <p:attrNameLst>
                                          <p:attrName>fill.type</p:attrName>
                                        </p:attrNameLst>
                                      </p:cBhvr>
                                      <p:to>
                                        <p:strVal val="solid"/>
                                      </p:to>
                                    </p:set>
                                    <p:set>
                                      <p:cBhvr>
                                        <p:cTn id="15" dur="250" autoRev="1" fill="remove"/>
                                        <p:tgtEl>
                                          <p:spTgt spid="3">
                                            <p:txEl>
                                              <p:pRg st="0" end="0"/>
                                            </p:txEl>
                                          </p:spTgt>
                                        </p:tgtEl>
                                        <p:attrNameLst>
                                          <p:attrName>fill.on</p:attrName>
                                        </p:attrNameLst>
                                      </p:cBhvr>
                                      <p:to>
                                        <p:strVal val="true"/>
                                      </p:to>
                                    </p:set>
                                  </p:childTnLst>
                                </p:cTn>
                              </p:par>
                              <p:par>
                                <p:cTn id="16" presetID="27" presetClass="emph" presetSubtype="0" fill="remove" grpId="0" nodeType="withEffect">
                                  <p:stCondLst>
                                    <p:cond delay="0"/>
                                  </p:stCondLst>
                                  <p:childTnLst>
                                    <p:animClr clrSpc="rgb" dir="cw">
                                      <p:cBhvr override="childStyle">
                                        <p:cTn id="17" dur="250" autoRev="1" fill="remove"/>
                                        <p:tgtEl>
                                          <p:spTgt spid="3">
                                            <p:txEl>
                                              <p:pRg st="1" end="1"/>
                                            </p:txEl>
                                          </p:spTgt>
                                        </p:tgtEl>
                                        <p:attrNameLst>
                                          <p:attrName>style.color</p:attrName>
                                        </p:attrNameLst>
                                      </p:cBhvr>
                                      <p:to>
                                        <a:schemeClr val="bg1"/>
                                      </p:to>
                                    </p:animClr>
                                    <p:animClr clrSpc="rgb" dir="cw">
                                      <p:cBhvr>
                                        <p:cTn id="18" dur="250" autoRev="1" fill="remove"/>
                                        <p:tgtEl>
                                          <p:spTgt spid="3">
                                            <p:txEl>
                                              <p:pRg st="1" end="1"/>
                                            </p:txEl>
                                          </p:spTgt>
                                        </p:tgtEl>
                                        <p:attrNameLst>
                                          <p:attrName>fillcolor</p:attrName>
                                        </p:attrNameLst>
                                      </p:cBhvr>
                                      <p:to>
                                        <a:schemeClr val="bg1"/>
                                      </p:to>
                                    </p:animClr>
                                    <p:set>
                                      <p:cBhvr>
                                        <p:cTn id="19" dur="250" autoRev="1" fill="remove"/>
                                        <p:tgtEl>
                                          <p:spTgt spid="3">
                                            <p:txEl>
                                              <p:pRg st="1" end="1"/>
                                            </p:txEl>
                                          </p:spTgt>
                                        </p:tgtEl>
                                        <p:attrNameLst>
                                          <p:attrName>fill.type</p:attrName>
                                        </p:attrNameLst>
                                      </p:cBhvr>
                                      <p:to>
                                        <p:strVal val="solid"/>
                                      </p:to>
                                    </p:set>
                                    <p:set>
                                      <p:cBhvr>
                                        <p:cTn id="20" dur="250" autoRev="1" fill="remove"/>
                                        <p:tgtEl>
                                          <p:spTgt spid="3">
                                            <p:txEl>
                                              <p:pRg st="1" end="1"/>
                                            </p:txEl>
                                          </p:spTgt>
                                        </p:tgtEl>
                                        <p:attrNameLst>
                                          <p:attrName>fill.on</p:attrName>
                                        </p:attrNameLst>
                                      </p:cBhvr>
                                      <p:to>
                                        <p:strVal val="true"/>
                                      </p:to>
                                    </p:set>
                                  </p:childTnLst>
                                </p:cTn>
                              </p:par>
                              <p:par>
                                <p:cTn id="21" presetID="27" presetClass="emph" presetSubtype="0" fill="remove" grpId="0" nodeType="withEffect">
                                  <p:stCondLst>
                                    <p:cond delay="0"/>
                                  </p:stCondLst>
                                  <p:childTnLst>
                                    <p:animClr clrSpc="rgb" dir="cw">
                                      <p:cBhvr override="childStyle">
                                        <p:cTn id="22" dur="250" autoRev="1" fill="remove"/>
                                        <p:tgtEl>
                                          <p:spTgt spid="3">
                                            <p:txEl>
                                              <p:pRg st="2" end="2"/>
                                            </p:txEl>
                                          </p:spTgt>
                                        </p:tgtEl>
                                        <p:attrNameLst>
                                          <p:attrName>style.color</p:attrName>
                                        </p:attrNameLst>
                                      </p:cBhvr>
                                      <p:to>
                                        <a:schemeClr val="bg1"/>
                                      </p:to>
                                    </p:animClr>
                                    <p:animClr clrSpc="rgb" dir="cw">
                                      <p:cBhvr>
                                        <p:cTn id="23" dur="250" autoRev="1" fill="remove"/>
                                        <p:tgtEl>
                                          <p:spTgt spid="3">
                                            <p:txEl>
                                              <p:pRg st="2" end="2"/>
                                            </p:txEl>
                                          </p:spTgt>
                                        </p:tgtEl>
                                        <p:attrNameLst>
                                          <p:attrName>fillcolor</p:attrName>
                                        </p:attrNameLst>
                                      </p:cBhvr>
                                      <p:to>
                                        <a:schemeClr val="bg1"/>
                                      </p:to>
                                    </p:animClr>
                                    <p:set>
                                      <p:cBhvr>
                                        <p:cTn id="24" dur="250" autoRev="1" fill="remove"/>
                                        <p:tgtEl>
                                          <p:spTgt spid="3">
                                            <p:txEl>
                                              <p:pRg st="2" end="2"/>
                                            </p:txEl>
                                          </p:spTgt>
                                        </p:tgtEl>
                                        <p:attrNameLst>
                                          <p:attrName>fill.type</p:attrName>
                                        </p:attrNameLst>
                                      </p:cBhvr>
                                      <p:to>
                                        <p:strVal val="solid"/>
                                      </p:to>
                                    </p:set>
                                    <p:set>
                                      <p:cBhvr>
                                        <p:cTn id="25" dur="250" autoRev="1" fill="remove"/>
                                        <p:tgtEl>
                                          <p:spTgt spid="3">
                                            <p:txEl>
                                              <p:pRg st="2" end="2"/>
                                            </p:txEl>
                                          </p:spTgt>
                                        </p:tgtEl>
                                        <p:attrNameLst>
                                          <p:attrName>fill.on</p:attrName>
                                        </p:attrNameLst>
                                      </p:cBhvr>
                                      <p:to>
                                        <p:strVal val="true"/>
                                      </p:to>
                                    </p:set>
                                  </p:childTnLst>
                                </p:cTn>
                              </p:par>
                              <p:par>
                                <p:cTn id="26" presetID="27" presetClass="emph" presetSubtype="0" fill="remove" grpId="0" nodeType="withEffect">
                                  <p:stCondLst>
                                    <p:cond delay="0"/>
                                  </p:stCondLst>
                                  <p:childTnLst>
                                    <p:animClr clrSpc="rgb" dir="cw">
                                      <p:cBhvr override="childStyle">
                                        <p:cTn id="27" dur="250" autoRev="1" fill="remove"/>
                                        <p:tgtEl>
                                          <p:spTgt spid="3">
                                            <p:txEl>
                                              <p:pRg st="3" end="3"/>
                                            </p:txEl>
                                          </p:spTgt>
                                        </p:tgtEl>
                                        <p:attrNameLst>
                                          <p:attrName>style.color</p:attrName>
                                        </p:attrNameLst>
                                      </p:cBhvr>
                                      <p:to>
                                        <a:schemeClr val="bg1"/>
                                      </p:to>
                                    </p:animClr>
                                    <p:animClr clrSpc="rgb" dir="cw">
                                      <p:cBhvr>
                                        <p:cTn id="28" dur="250" autoRev="1" fill="remove"/>
                                        <p:tgtEl>
                                          <p:spTgt spid="3">
                                            <p:txEl>
                                              <p:pRg st="3" end="3"/>
                                            </p:txEl>
                                          </p:spTgt>
                                        </p:tgtEl>
                                        <p:attrNameLst>
                                          <p:attrName>fillcolor</p:attrName>
                                        </p:attrNameLst>
                                      </p:cBhvr>
                                      <p:to>
                                        <a:schemeClr val="bg1"/>
                                      </p:to>
                                    </p:animClr>
                                    <p:set>
                                      <p:cBhvr>
                                        <p:cTn id="29" dur="250" autoRev="1" fill="remove"/>
                                        <p:tgtEl>
                                          <p:spTgt spid="3">
                                            <p:txEl>
                                              <p:pRg st="3" end="3"/>
                                            </p:txEl>
                                          </p:spTgt>
                                        </p:tgtEl>
                                        <p:attrNameLst>
                                          <p:attrName>fill.type</p:attrName>
                                        </p:attrNameLst>
                                      </p:cBhvr>
                                      <p:to>
                                        <p:strVal val="solid"/>
                                      </p:to>
                                    </p:set>
                                    <p:set>
                                      <p:cBhvr>
                                        <p:cTn id="30" dur="250" autoRev="1" fill="remove"/>
                                        <p:tgtEl>
                                          <p:spTgt spid="3">
                                            <p:txEl>
                                              <p:pRg st="3" end="3"/>
                                            </p:txEl>
                                          </p:spTgt>
                                        </p:tgtEl>
                                        <p:attrNameLst>
                                          <p:attrName>fill.on</p:attrName>
                                        </p:attrNameLst>
                                      </p:cBhvr>
                                      <p:to>
                                        <p:strVal val="true"/>
                                      </p:to>
                                    </p:set>
                                  </p:childTnLst>
                                </p:cTn>
                              </p:par>
                              <p:par>
                                <p:cTn id="31" presetID="27" presetClass="emph" presetSubtype="0" fill="remove" grpId="0" nodeType="withEffect">
                                  <p:stCondLst>
                                    <p:cond delay="0"/>
                                  </p:stCondLst>
                                  <p:childTnLst>
                                    <p:animClr clrSpc="rgb" dir="cw">
                                      <p:cBhvr override="childStyle">
                                        <p:cTn id="32" dur="250" autoRev="1" fill="remove"/>
                                        <p:tgtEl>
                                          <p:spTgt spid="3">
                                            <p:txEl>
                                              <p:pRg st="4" end="4"/>
                                            </p:txEl>
                                          </p:spTgt>
                                        </p:tgtEl>
                                        <p:attrNameLst>
                                          <p:attrName>style.color</p:attrName>
                                        </p:attrNameLst>
                                      </p:cBhvr>
                                      <p:to>
                                        <a:schemeClr val="bg1"/>
                                      </p:to>
                                    </p:animClr>
                                    <p:animClr clrSpc="rgb" dir="cw">
                                      <p:cBhvr>
                                        <p:cTn id="33" dur="250" autoRev="1" fill="remove"/>
                                        <p:tgtEl>
                                          <p:spTgt spid="3">
                                            <p:txEl>
                                              <p:pRg st="4" end="4"/>
                                            </p:txEl>
                                          </p:spTgt>
                                        </p:tgtEl>
                                        <p:attrNameLst>
                                          <p:attrName>fillcolor</p:attrName>
                                        </p:attrNameLst>
                                      </p:cBhvr>
                                      <p:to>
                                        <a:schemeClr val="bg1"/>
                                      </p:to>
                                    </p:animClr>
                                    <p:set>
                                      <p:cBhvr>
                                        <p:cTn id="34" dur="250" autoRev="1" fill="remove"/>
                                        <p:tgtEl>
                                          <p:spTgt spid="3">
                                            <p:txEl>
                                              <p:pRg st="4" end="4"/>
                                            </p:txEl>
                                          </p:spTgt>
                                        </p:tgtEl>
                                        <p:attrNameLst>
                                          <p:attrName>fill.type</p:attrName>
                                        </p:attrNameLst>
                                      </p:cBhvr>
                                      <p:to>
                                        <p:strVal val="solid"/>
                                      </p:to>
                                    </p:set>
                                    <p:set>
                                      <p:cBhvr>
                                        <p:cTn id="35" dur="250" autoRev="1" fill="remove"/>
                                        <p:tgtEl>
                                          <p:spTgt spid="3">
                                            <p:txEl>
                                              <p:pRg st="4" end="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42"/>
          <p:cNvSpPr txBox="1">
            <a:spLocks noGrp="1"/>
          </p:cNvSpPr>
          <p:nvPr>
            <p:ph type="title"/>
          </p:nvPr>
        </p:nvSpPr>
        <p:spPr>
          <a:xfrm>
            <a:off x="418934" y="376056"/>
            <a:ext cx="2481920" cy="703303"/>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dirty="0"/>
              <a:t>OUTLINE</a:t>
            </a:r>
            <a:endParaRPr sz="3600" dirty="0"/>
          </a:p>
        </p:txBody>
      </p:sp>
      <p:graphicFrame>
        <p:nvGraphicFramePr>
          <p:cNvPr id="297" name="Google Shape;297;p42"/>
          <p:cNvGraphicFramePr/>
          <p:nvPr>
            <p:extLst>
              <p:ext uri="{D42A27DB-BD31-4B8C-83A1-F6EECF244321}">
                <p14:modId xmlns:p14="http://schemas.microsoft.com/office/powerpoint/2010/main" val="2134678106"/>
              </p:ext>
            </p:extLst>
          </p:nvPr>
        </p:nvGraphicFramePr>
        <p:xfrm>
          <a:off x="692204" y="1187669"/>
          <a:ext cx="8378223" cy="3443142"/>
        </p:xfrm>
        <a:graphic>
          <a:graphicData uri="http://schemas.openxmlformats.org/drawingml/2006/table">
            <a:tbl>
              <a:tblPr>
                <a:noFill/>
                <a:tableStyleId>{CE8A1170-DBD1-4EBE-ACB2-C60F2F8BD8B2}</a:tableStyleId>
              </a:tblPr>
              <a:tblGrid>
                <a:gridCol w="4720624">
                  <a:extLst>
                    <a:ext uri="{9D8B030D-6E8A-4147-A177-3AD203B41FA5}">
                      <a16:colId xmlns:a16="http://schemas.microsoft.com/office/drawing/2014/main" val="20000"/>
                    </a:ext>
                  </a:extLst>
                </a:gridCol>
                <a:gridCol w="3657599">
                  <a:extLst>
                    <a:ext uri="{9D8B030D-6E8A-4147-A177-3AD203B41FA5}">
                      <a16:colId xmlns:a16="http://schemas.microsoft.com/office/drawing/2014/main" val="20001"/>
                    </a:ext>
                  </a:extLst>
                </a:gridCol>
              </a:tblGrid>
              <a:tr h="573857">
                <a:tc>
                  <a:txBody>
                    <a:bodyPr/>
                    <a:lstStyle/>
                    <a:p>
                      <a:pPr marL="0" lvl="0" indent="0" algn="l" rtl="0">
                        <a:lnSpc>
                          <a:spcPct val="115000"/>
                        </a:lnSpc>
                        <a:spcBef>
                          <a:spcPts val="0"/>
                        </a:spcBef>
                        <a:spcAft>
                          <a:spcPts val="0"/>
                        </a:spcAft>
                        <a:buNone/>
                      </a:pPr>
                      <a:r>
                        <a:rPr lang="en" sz="1600" u="sng" dirty="0">
                          <a:solidFill>
                            <a:schemeClr val="dk1"/>
                          </a:solidFill>
                          <a:latin typeface="Golos Text" panose="020B0604020202020204" charset="0"/>
                          <a:ea typeface="Golos Text"/>
                          <a:cs typeface="Golos Text" panose="020B0604020202020204" charset="0"/>
                          <a:sym typeface="Golos Text"/>
                        </a:rPr>
                        <a:t>OBJECTIVE</a:t>
                      </a:r>
                      <a:endParaRPr sz="1600" dirty="0">
                        <a:solidFill>
                          <a:schemeClr val="dk1"/>
                        </a:solidFill>
                        <a:latin typeface="Golos Text" panose="020B0604020202020204" charset="0"/>
                        <a:ea typeface="Golos Text"/>
                        <a:cs typeface="Golos Text" panose="020B0604020202020204" charset="0"/>
                        <a:sym typeface="Golos Text"/>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rowSpan="6">
                  <a:txBody>
                    <a:bodyPr/>
                    <a:lstStyle/>
                    <a:p>
                      <a:pPr marL="0" lvl="0" indent="0" algn="l" rtl="0">
                        <a:lnSpc>
                          <a:spcPct val="115000"/>
                        </a:lnSpc>
                        <a:spcBef>
                          <a:spcPts val="0"/>
                        </a:spcBef>
                        <a:spcAft>
                          <a:spcPts val="1600"/>
                        </a:spcAft>
                        <a:buNone/>
                      </a:pPr>
                      <a:endParaRPr sz="1400" dirty="0">
                        <a:solidFill>
                          <a:schemeClr val="dk1"/>
                        </a:solidFill>
                        <a:latin typeface="Golos Text" panose="020B0604020202020204" charset="0"/>
                        <a:ea typeface="Commissioner"/>
                        <a:cs typeface="Golos Text" panose="020B0604020202020204" charset="0"/>
                        <a:sym typeface="Commissioner"/>
                      </a:endParaRPr>
                    </a:p>
                    <a:p>
                      <a:pPr marL="0" lvl="0" indent="0" algn="l" rtl="0">
                        <a:lnSpc>
                          <a:spcPct val="115000"/>
                        </a:lnSpc>
                        <a:spcBef>
                          <a:spcPts val="0"/>
                        </a:spcBef>
                        <a:spcAft>
                          <a:spcPts val="1600"/>
                        </a:spcAft>
                        <a:buNone/>
                      </a:pPr>
                      <a:endParaRPr sz="1400" dirty="0">
                        <a:solidFill>
                          <a:schemeClr val="dk1"/>
                        </a:solidFill>
                        <a:latin typeface="Golos Text" panose="020B0604020202020204" charset="0"/>
                        <a:ea typeface="Commissioner"/>
                        <a:cs typeface="Golos Text" panose="020B0604020202020204" charset="0"/>
                        <a:sym typeface="Commissioner"/>
                      </a:endParaRPr>
                    </a:p>
                    <a:p>
                      <a:pPr marL="0" lvl="0" indent="0" algn="l" rtl="0">
                        <a:lnSpc>
                          <a:spcPct val="115000"/>
                        </a:lnSpc>
                        <a:spcBef>
                          <a:spcPts val="0"/>
                        </a:spcBef>
                        <a:spcAft>
                          <a:spcPts val="0"/>
                        </a:spcAft>
                        <a:buNone/>
                      </a:pPr>
                      <a:endParaRPr sz="1400" dirty="0">
                        <a:solidFill>
                          <a:schemeClr val="dk1"/>
                        </a:solidFill>
                        <a:latin typeface="Golos Text" panose="020B0604020202020204" charset="0"/>
                        <a:ea typeface="Commissioner"/>
                        <a:cs typeface="Golos Text" panose="020B0604020202020204" charset="0"/>
                        <a:sym typeface="Commissioner"/>
                      </a:endParaRPr>
                    </a:p>
                    <a:p>
                      <a:pPr marL="0" lvl="0" indent="0" algn="l" rtl="0">
                        <a:lnSpc>
                          <a:spcPct val="115000"/>
                        </a:lnSpc>
                        <a:spcBef>
                          <a:spcPts val="0"/>
                        </a:spcBef>
                        <a:spcAft>
                          <a:spcPts val="1600"/>
                        </a:spcAft>
                        <a:buNone/>
                      </a:pPr>
                      <a:endParaRPr sz="1400" u="none" dirty="0">
                        <a:solidFill>
                          <a:schemeClr val="dk1"/>
                        </a:solidFill>
                        <a:latin typeface="Golos Text" panose="020B0604020202020204" charset="0"/>
                        <a:ea typeface="Commissioner Medium"/>
                        <a:cs typeface="Golos Text" panose="020B0604020202020204" charset="0"/>
                        <a:sym typeface="Commissioner Medium"/>
                      </a:endParaRPr>
                    </a:p>
                  </a:txBody>
                  <a:tcPr marL="91425" marR="91425" marT="0" marB="0" anchor="ctr">
                    <a:lnL w="9525" cap="flat" cmpd="sng">
                      <a:solidFill>
                        <a:schemeClr val="dk2"/>
                      </a:solidFill>
                      <a:prstDash val="solid"/>
                      <a:round/>
                      <a:headEnd type="none" w="sm" len="sm"/>
                      <a:tailEnd type="none" w="sm" len="sm"/>
                    </a:lnL>
                    <a:lnR w="9525" cap="flat" cmpd="sng" algn="ctr">
                      <a:solidFill>
                        <a:schemeClr val="dk1">
                          <a:alpha val="0"/>
                        </a:schemeClr>
                      </a:solidFill>
                      <a:prstDash val="solid"/>
                      <a:round/>
                      <a:headEnd type="none" w="sm" len="sm"/>
                      <a:tailEnd type="none" w="sm" len="sm"/>
                    </a:lnR>
                    <a:lnT w="9525" cap="flat" cmpd="sng">
                      <a:no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573857">
                <a:tc>
                  <a:txBody>
                    <a:bodyPr/>
                    <a:lstStyle/>
                    <a:p>
                      <a:pPr marL="0" lvl="0" indent="0" algn="l" rtl="0">
                        <a:lnSpc>
                          <a:spcPct val="115000"/>
                        </a:lnSpc>
                        <a:spcBef>
                          <a:spcPts val="0"/>
                        </a:spcBef>
                        <a:spcAft>
                          <a:spcPts val="0"/>
                        </a:spcAft>
                        <a:buNone/>
                      </a:pPr>
                      <a:r>
                        <a:rPr lang="en" sz="1600" u="sng" dirty="0">
                          <a:solidFill>
                            <a:schemeClr val="dk1"/>
                          </a:solidFill>
                          <a:latin typeface="Golos Text" panose="020B0604020202020204" charset="0"/>
                          <a:ea typeface="Golos Text"/>
                          <a:cs typeface="Golos Text" panose="020B0604020202020204" charset="0"/>
                          <a:sym typeface="Golos Text"/>
                        </a:rPr>
                        <a:t>ABSTRACT</a:t>
                      </a:r>
                      <a:endParaRPr sz="1600" dirty="0">
                        <a:solidFill>
                          <a:schemeClr val="dk1"/>
                        </a:solidFill>
                        <a:latin typeface="Golos Text" panose="020B0604020202020204" charset="0"/>
                        <a:ea typeface="Golos Text"/>
                        <a:cs typeface="Golos Text" panose="020B0604020202020204" charset="0"/>
                        <a:sym typeface="Golos Text"/>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vMerge="1">
                  <a:txBody>
                    <a:bodyPr/>
                    <a:lstStyle/>
                    <a:p>
                      <a:pPr marL="0" marR="0" lvl="0" indent="0" algn="l" rtl="0">
                        <a:lnSpc>
                          <a:spcPct val="115000"/>
                        </a:lnSpc>
                        <a:spcBef>
                          <a:spcPts val="0"/>
                        </a:spcBef>
                        <a:spcAft>
                          <a:spcPts val="1600"/>
                        </a:spcAft>
                        <a:buNone/>
                      </a:pPr>
                      <a:endParaRPr sz="950" dirty="0">
                        <a:solidFill>
                          <a:schemeClr val="dk1"/>
                        </a:solidFill>
                        <a:latin typeface="Commissioner"/>
                        <a:ea typeface="Commissioner"/>
                        <a:cs typeface="Commissioner"/>
                        <a:sym typeface="Commissioner"/>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73857">
                <a:tc>
                  <a:txBody>
                    <a:bodyPr/>
                    <a:lstStyle/>
                    <a:p>
                      <a:pPr marL="0" lvl="0" indent="0" algn="l" rtl="0">
                        <a:lnSpc>
                          <a:spcPct val="115000"/>
                        </a:lnSpc>
                        <a:spcBef>
                          <a:spcPts val="0"/>
                        </a:spcBef>
                        <a:spcAft>
                          <a:spcPts val="0"/>
                        </a:spcAft>
                        <a:buNone/>
                      </a:pPr>
                      <a:r>
                        <a:rPr lang="en" sz="1600" u="sng" dirty="0">
                          <a:solidFill>
                            <a:schemeClr val="dk1"/>
                          </a:solidFill>
                          <a:latin typeface="Golos Text" panose="020B0604020202020204" charset="0"/>
                          <a:ea typeface="Golos Text"/>
                          <a:cs typeface="Golos Text" panose="020B0604020202020204" charset="0"/>
                          <a:sym typeface="Golos Text"/>
                        </a:rPr>
                        <a:t>INTRODUCTION</a:t>
                      </a:r>
                      <a:endParaRPr sz="1600" dirty="0">
                        <a:solidFill>
                          <a:schemeClr val="dk1"/>
                        </a:solidFill>
                        <a:latin typeface="Golos Text" panose="020B0604020202020204" charset="0"/>
                        <a:ea typeface="Golos Text"/>
                        <a:cs typeface="Golos Text" panose="020B0604020202020204" charset="0"/>
                        <a:sym typeface="Golos Text"/>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vMerge="1">
                  <a:txBody>
                    <a:bodyPr/>
                    <a:lstStyle/>
                    <a:p>
                      <a:pPr marL="0" lvl="0" indent="0" algn="l" rtl="0">
                        <a:lnSpc>
                          <a:spcPct val="115000"/>
                        </a:lnSpc>
                        <a:spcBef>
                          <a:spcPts val="0"/>
                        </a:spcBef>
                        <a:spcAft>
                          <a:spcPts val="1600"/>
                        </a:spcAft>
                        <a:buNone/>
                      </a:pPr>
                      <a:endParaRPr sz="950" dirty="0">
                        <a:solidFill>
                          <a:schemeClr val="dk1"/>
                        </a:solidFill>
                        <a:latin typeface="Commissioner"/>
                        <a:ea typeface="Commissioner"/>
                        <a:cs typeface="Commissioner"/>
                        <a:sym typeface="Commissioner"/>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73857">
                <a:tc>
                  <a:txBody>
                    <a:bodyPr/>
                    <a:lstStyle/>
                    <a:p>
                      <a:pPr marL="0" lvl="0" indent="0" algn="l" rtl="0">
                        <a:lnSpc>
                          <a:spcPct val="115000"/>
                        </a:lnSpc>
                        <a:spcBef>
                          <a:spcPts val="0"/>
                        </a:spcBef>
                        <a:spcAft>
                          <a:spcPts val="0"/>
                        </a:spcAft>
                        <a:buNone/>
                      </a:pPr>
                      <a:r>
                        <a:rPr lang="en" sz="1600" u="sng" dirty="0">
                          <a:solidFill>
                            <a:schemeClr val="dk1"/>
                          </a:solidFill>
                          <a:latin typeface="Golos Text" panose="020B0604020202020204" charset="0"/>
                          <a:ea typeface="Golos Text"/>
                          <a:cs typeface="Golos Text" panose="020B0604020202020204" charset="0"/>
                          <a:sym typeface="Golos Text"/>
                        </a:rPr>
                        <a:t>PROJECT OVERVIEW</a:t>
                      </a:r>
                      <a:endParaRPr sz="1600" dirty="0">
                        <a:solidFill>
                          <a:schemeClr val="dk1"/>
                        </a:solidFill>
                        <a:latin typeface="Golos Text" panose="020B0604020202020204" charset="0"/>
                        <a:ea typeface="Golos Text"/>
                        <a:cs typeface="Golos Text" panose="020B0604020202020204" charset="0"/>
                        <a:sym typeface="Golos Text"/>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vMerge="1">
                  <a:txBody>
                    <a:bodyPr/>
                    <a:lstStyle/>
                    <a:p>
                      <a:pPr marL="0" lvl="0" indent="0" algn="l" rtl="0">
                        <a:lnSpc>
                          <a:spcPct val="115000"/>
                        </a:lnSpc>
                        <a:spcBef>
                          <a:spcPts val="0"/>
                        </a:spcBef>
                        <a:spcAft>
                          <a:spcPts val="1600"/>
                        </a:spcAft>
                        <a:buNone/>
                      </a:pPr>
                      <a:endParaRPr sz="950" dirty="0">
                        <a:solidFill>
                          <a:schemeClr val="dk1"/>
                        </a:solidFill>
                        <a:latin typeface="Commissioner"/>
                        <a:ea typeface="Commissioner"/>
                        <a:cs typeface="Commissioner"/>
                        <a:sym typeface="Commissioner"/>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73857">
                <a:tc>
                  <a:txBody>
                    <a:bodyPr/>
                    <a:lstStyle/>
                    <a:p>
                      <a:pPr marL="0" lvl="0" indent="0" algn="l" rtl="0">
                        <a:lnSpc>
                          <a:spcPct val="115000"/>
                        </a:lnSpc>
                        <a:spcBef>
                          <a:spcPts val="0"/>
                        </a:spcBef>
                        <a:spcAft>
                          <a:spcPts val="0"/>
                        </a:spcAft>
                        <a:buNone/>
                      </a:pPr>
                      <a:r>
                        <a:rPr lang="en" sz="1600" u="sng" dirty="0">
                          <a:solidFill>
                            <a:schemeClr val="dk1"/>
                          </a:solidFill>
                          <a:latin typeface="Golos Text" panose="020B0604020202020204" charset="0"/>
                          <a:ea typeface="Golos Text"/>
                          <a:cs typeface="Golos Text" panose="020B0604020202020204" charset="0"/>
                          <a:sym typeface="Golos Text"/>
                        </a:rPr>
                        <a:t>METHODOLOGY</a:t>
                      </a:r>
                      <a:endParaRPr sz="1600" dirty="0">
                        <a:solidFill>
                          <a:schemeClr val="dk1"/>
                        </a:solidFill>
                        <a:latin typeface="Golos Text" panose="020B0604020202020204" charset="0"/>
                        <a:ea typeface="Golos Text"/>
                        <a:cs typeface="Golos Text" panose="020B0604020202020204" charset="0"/>
                        <a:sym typeface="Golos Text"/>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vMerge="1">
                  <a:txBody>
                    <a:bodyPr/>
                    <a:lstStyle/>
                    <a:p>
                      <a:pPr marL="0" lvl="0" indent="0" algn="l" rtl="0">
                        <a:lnSpc>
                          <a:spcPct val="115000"/>
                        </a:lnSpc>
                        <a:spcBef>
                          <a:spcPts val="0"/>
                        </a:spcBef>
                        <a:spcAft>
                          <a:spcPts val="0"/>
                        </a:spcAft>
                        <a:buNone/>
                      </a:pPr>
                      <a:endParaRPr sz="950" dirty="0">
                        <a:solidFill>
                          <a:schemeClr val="dk1"/>
                        </a:solidFill>
                        <a:latin typeface="Commissioner"/>
                        <a:ea typeface="Commissioner"/>
                        <a:cs typeface="Commissioner"/>
                        <a:sym typeface="Commissioner"/>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573857">
                <a:tc>
                  <a:txBody>
                    <a:bodyPr/>
                    <a:lstStyle/>
                    <a:p>
                      <a:pPr marL="0" lvl="0" indent="0" algn="l" rtl="0">
                        <a:lnSpc>
                          <a:spcPct val="115000"/>
                        </a:lnSpc>
                        <a:spcBef>
                          <a:spcPts val="0"/>
                        </a:spcBef>
                        <a:spcAft>
                          <a:spcPts val="0"/>
                        </a:spcAft>
                        <a:buNone/>
                      </a:pPr>
                      <a:r>
                        <a:rPr lang="en" sz="1600" b="0" u="sng" dirty="0">
                          <a:solidFill>
                            <a:schemeClr val="dk1"/>
                          </a:solidFill>
                          <a:latin typeface="Golos Text" panose="020B0604020202020204" charset="0"/>
                          <a:ea typeface="Golos Text"/>
                          <a:cs typeface="Golos Text" panose="020B0604020202020204" charset="0"/>
                          <a:sym typeface="Golos Text"/>
                        </a:rPr>
                        <a:t>CONCLUSIONS AND FUTURE SCOPE </a:t>
                      </a:r>
                      <a:endParaRPr sz="1600" b="0" u="sng" dirty="0">
                        <a:solidFill>
                          <a:schemeClr val="dk1"/>
                        </a:solidFill>
                        <a:latin typeface="Golos Text" panose="020B0604020202020204" charset="0"/>
                        <a:ea typeface="Golos Text"/>
                        <a:cs typeface="Golos Text" panose="020B0604020202020204" charset="0"/>
                        <a:sym typeface="Golos Text"/>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2"/>
                      </a:solidFill>
                      <a:prstDash val="solid"/>
                      <a:round/>
                      <a:headEnd type="none" w="sm" len="sm"/>
                      <a:tailEnd type="none" w="sm" len="sm"/>
                    </a:lnB>
                    <a:solidFill>
                      <a:schemeClr val="dk2"/>
                    </a:solidFill>
                  </a:tcPr>
                </a:tc>
                <a:tc vMerge="1">
                  <a:txBody>
                    <a:bodyPr/>
                    <a:lstStyle/>
                    <a:p>
                      <a:pPr marL="0" lvl="0" indent="0" algn="l" rtl="0">
                        <a:lnSpc>
                          <a:spcPct val="115000"/>
                        </a:lnSpc>
                        <a:spcBef>
                          <a:spcPts val="0"/>
                        </a:spcBef>
                        <a:spcAft>
                          <a:spcPts val="1600"/>
                        </a:spcAft>
                        <a:buNone/>
                      </a:pPr>
                      <a:endParaRPr sz="950" u="none" dirty="0">
                        <a:solidFill>
                          <a:schemeClr val="dk1"/>
                        </a:solidFill>
                        <a:latin typeface="Commissioner Medium"/>
                        <a:ea typeface="Commissioner Medium"/>
                        <a:cs typeface="Commissioner Medium"/>
                        <a:sym typeface="Commissioner Medium"/>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 name="Rectangle 1">
            <a:extLst>
              <a:ext uri="{FF2B5EF4-FFF2-40B4-BE49-F238E27FC236}">
                <a16:creationId xmlns:a16="http://schemas.microsoft.com/office/drawing/2014/main" id="{FD137AF3-20F5-FC02-0F05-8EA3BDD6E262}"/>
              </a:ext>
            </a:extLst>
          </p:cNvPr>
          <p:cNvSpPr/>
          <p:nvPr/>
        </p:nvSpPr>
        <p:spPr>
          <a:xfrm>
            <a:off x="5423338" y="4246179"/>
            <a:ext cx="3647090" cy="49294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grpSp>
        <p:nvGrpSpPr>
          <p:cNvPr id="332" name="Google Shape;332;p45"/>
          <p:cNvGrpSpPr/>
          <p:nvPr/>
        </p:nvGrpSpPr>
        <p:grpSpPr>
          <a:xfrm>
            <a:off x="0" y="-561373"/>
            <a:ext cx="2473800" cy="4131000"/>
            <a:chOff x="0" y="0"/>
            <a:chExt cx="2473800" cy="4131000"/>
          </a:xfrm>
        </p:grpSpPr>
        <p:sp>
          <p:nvSpPr>
            <p:cNvPr id="333" name="Google Shape;333;p45"/>
            <p:cNvSpPr/>
            <p:nvPr/>
          </p:nvSpPr>
          <p:spPr>
            <a:xfrm>
              <a:off x="0" y="725444"/>
              <a:ext cx="2473800" cy="870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334" name="Google Shape;334;p45"/>
            <p:cNvCxnSpPr/>
            <p:nvPr/>
          </p:nvCxnSpPr>
          <p:spPr>
            <a:xfrm rot="10800000">
              <a:off x="711250" y="0"/>
              <a:ext cx="0" cy="4131000"/>
            </a:xfrm>
            <a:prstGeom prst="straightConnector1">
              <a:avLst/>
            </a:prstGeom>
            <a:noFill/>
            <a:ln w="9525" cap="flat" cmpd="sng">
              <a:solidFill>
                <a:schemeClr val="dk1"/>
              </a:solidFill>
              <a:prstDash val="solid"/>
              <a:round/>
              <a:headEnd type="none" w="med" len="med"/>
              <a:tailEnd type="none" w="med" len="med"/>
            </a:ln>
          </p:spPr>
        </p:cxnSp>
      </p:grpSp>
      <p:sp>
        <p:nvSpPr>
          <p:cNvPr id="335" name="Google Shape;335;p45"/>
          <p:cNvSpPr txBox="1">
            <a:spLocks noGrp="1"/>
          </p:cNvSpPr>
          <p:nvPr>
            <p:ph type="title"/>
          </p:nvPr>
        </p:nvSpPr>
        <p:spPr>
          <a:xfrm>
            <a:off x="1103588" y="1034071"/>
            <a:ext cx="2931278" cy="68219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3600" dirty="0"/>
              <a:t>OBJECTIVE</a:t>
            </a:r>
          </a:p>
        </p:txBody>
      </p:sp>
      <p:sp>
        <p:nvSpPr>
          <p:cNvPr id="336" name="Google Shape;336;p45"/>
          <p:cNvSpPr txBox="1">
            <a:spLocks noGrp="1"/>
          </p:cNvSpPr>
          <p:nvPr>
            <p:ph type="title" idx="2"/>
          </p:nvPr>
        </p:nvSpPr>
        <p:spPr>
          <a:xfrm>
            <a:off x="1236900" y="164071"/>
            <a:ext cx="1076100" cy="870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01</a:t>
            </a:r>
            <a:endParaRPr dirty="0"/>
          </a:p>
        </p:txBody>
      </p:sp>
      <p:sp>
        <p:nvSpPr>
          <p:cNvPr id="337" name="Google Shape;337;p45"/>
          <p:cNvSpPr txBox="1">
            <a:spLocks noGrp="1"/>
          </p:cNvSpPr>
          <p:nvPr>
            <p:ph type="subTitle" idx="1"/>
          </p:nvPr>
        </p:nvSpPr>
        <p:spPr>
          <a:xfrm>
            <a:off x="1103589" y="1759515"/>
            <a:ext cx="6947336" cy="2707496"/>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sz="1500" dirty="0"/>
              <a:t> </a:t>
            </a:r>
            <a:r>
              <a:rPr lang="en-US" sz="1500" dirty="0">
                <a:effectLst>
                  <a:outerShdw blurRad="38100" dist="38100" dir="2700000" algn="tl">
                    <a:srgbClr val="000000">
                      <a:alpha val="43137"/>
                    </a:srgbClr>
                  </a:outerShdw>
                </a:effectLst>
              </a:rPr>
              <a:t>Model Development</a:t>
            </a:r>
            <a:r>
              <a:rPr lang="en-US" sz="1500" dirty="0"/>
              <a:t>: Design and implement a machine learning model for phishing website detection.</a:t>
            </a:r>
          </a:p>
          <a:p>
            <a:pPr marL="0" lvl="0" indent="0" algn="just" rtl="0">
              <a:spcBef>
                <a:spcPts val="0"/>
              </a:spcBef>
              <a:spcAft>
                <a:spcPts val="0"/>
              </a:spcAft>
              <a:buNone/>
            </a:pPr>
            <a:r>
              <a:rPr lang="en-US" sz="1500" dirty="0"/>
              <a:t> </a:t>
            </a:r>
            <a:r>
              <a:rPr lang="en-US" sz="1500" dirty="0">
                <a:effectLst>
                  <a:outerShdw blurRad="38100" dist="38100" dir="2700000" algn="tl">
                    <a:srgbClr val="000000">
                      <a:alpha val="43137"/>
                    </a:srgbClr>
                  </a:outerShdw>
                </a:effectLst>
              </a:rPr>
              <a:t>Feature Engineering</a:t>
            </a:r>
            <a:r>
              <a:rPr lang="en-US" sz="1500" b="1" dirty="0"/>
              <a:t>: </a:t>
            </a:r>
            <a:r>
              <a:rPr lang="en-US" sz="1500" dirty="0"/>
              <a:t>Identify relevant features from URLs, content to create a comprehensive feature set.</a:t>
            </a:r>
          </a:p>
          <a:p>
            <a:pPr marL="0" lvl="0" indent="0" algn="just" rtl="0">
              <a:spcBef>
                <a:spcPts val="0"/>
              </a:spcBef>
              <a:spcAft>
                <a:spcPts val="0"/>
              </a:spcAft>
              <a:buNone/>
            </a:pPr>
            <a:r>
              <a:rPr lang="en-US" sz="1500" dirty="0"/>
              <a:t> </a:t>
            </a:r>
            <a:r>
              <a:rPr lang="en-US" sz="1500" dirty="0">
                <a:effectLst>
                  <a:outerShdw blurRad="38100" dist="38100" dir="2700000" algn="tl">
                    <a:srgbClr val="000000">
                      <a:alpha val="43137"/>
                    </a:srgbClr>
                  </a:outerShdw>
                </a:effectLst>
              </a:rPr>
              <a:t>Dataset Preparation</a:t>
            </a:r>
            <a:r>
              <a:rPr lang="en-US" sz="1500" b="1" dirty="0"/>
              <a:t>: </a:t>
            </a:r>
            <a:r>
              <a:rPr lang="en-US" sz="1500" dirty="0"/>
              <a:t>Collect a diverse dataset with labelled examples of phishing and legitimate websites.</a:t>
            </a:r>
          </a:p>
          <a:p>
            <a:pPr marL="0" lvl="0" indent="0" algn="just" rtl="0">
              <a:spcBef>
                <a:spcPts val="0"/>
              </a:spcBef>
              <a:spcAft>
                <a:spcPts val="0"/>
              </a:spcAft>
              <a:buNone/>
            </a:pPr>
            <a:r>
              <a:rPr lang="en-US" sz="1500" dirty="0"/>
              <a:t> </a:t>
            </a:r>
            <a:r>
              <a:rPr lang="en-US" sz="1500" dirty="0">
                <a:effectLst>
                  <a:outerShdw blurRad="38100" dist="38100" dir="2700000" algn="tl">
                    <a:srgbClr val="000000">
                      <a:alpha val="43137"/>
                    </a:srgbClr>
                  </a:outerShdw>
                </a:effectLst>
              </a:rPr>
              <a:t>Real-Time Detection</a:t>
            </a:r>
            <a:r>
              <a:rPr lang="en-US" sz="1500" b="1" dirty="0"/>
              <a:t>:</a:t>
            </a:r>
            <a:r>
              <a:rPr lang="en-US" sz="1500" dirty="0"/>
              <a:t> Develop a system for real-time phishing website detection using the trained model.</a:t>
            </a:r>
          </a:p>
          <a:p>
            <a:pPr marL="0" lvl="0" indent="0" algn="just" rtl="0">
              <a:spcBef>
                <a:spcPts val="0"/>
              </a:spcBef>
              <a:spcAft>
                <a:spcPts val="0"/>
              </a:spcAft>
              <a:buNone/>
            </a:pPr>
            <a:r>
              <a:rPr lang="en-US" sz="1500" dirty="0"/>
              <a:t> </a:t>
            </a:r>
            <a:r>
              <a:rPr lang="en-US" sz="1500" dirty="0">
                <a:effectLst>
                  <a:outerShdw blurRad="38100" dist="38100" dir="2700000" algn="tl">
                    <a:srgbClr val="000000">
                      <a:alpha val="43137"/>
                    </a:srgbClr>
                  </a:outerShdw>
                </a:effectLst>
              </a:rPr>
              <a:t>Continuous Monitoring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19" name="Rectangle 18">
            <a:extLst>
              <a:ext uri="{FF2B5EF4-FFF2-40B4-BE49-F238E27FC236}">
                <a16:creationId xmlns:a16="http://schemas.microsoft.com/office/drawing/2014/main" id="{0DEDDE78-205A-D7CB-8139-3E5A7B729FC6}"/>
              </a:ext>
            </a:extLst>
          </p:cNvPr>
          <p:cNvSpPr/>
          <p:nvPr/>
        </p:nvSpPr>
        <p:spPr>
          <a:xfrm>
            <a:off x="-115614" y="4598853"/>
            <a:ext cx="320565" cy="5120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2" name="Title 21">
            <a:extLst>
              <a:ext uri="{FF2B5EF4-FFF2-40B4-BE49-F238E27FC236}">
                <a16:creationId xmlns:a16="http://schemas.microsoft.com/office/drawing/2014/main" id="{51D14AD9-4CA3-0E65-33E7-D5760CCC503A}"/>
              </a:ext>
            </a:extLst>
          </p:cNvPr>
          <p:cNvSpPr>
            <a:spLocks noGrp="1"/>
          </p:cNvSpPr>
          <p:nvPr>
            <p:ph type="title"/>
          </p:nvPr>
        </p:nvSpPr>
        <p:spPr>
          <a:xfrm>
            <a:off x="567532" y="850792"/>
            <a:ext cx="7717500" cy="549900"/>
          </a:xfrm>
        </p:spPr>
        <p:txBody>
          <a:bodyPr/>
          <a:lstStyle/>
          <a:p>
            <a:r>
              <a:rPr lang="en-US" sz="3600" dirty="0"/>
              <a:t>ABSTRACT</a:t>
            </a:r>
            <a:endParaRPr lang="en-IN" sz="3600" dirty="0"/>
          </a:p>
        </p:txBody>
      </p:sp>
      <p:sp>
        <p:nvSpPr>
          <p:cNvPr id="24" name="Subtitle 23">
            <a:extLst>
              <a:ext uri="{FF2B5EF4-FFF2-40B4-BE49-F238E27FC236}">
                <a16:creationId xmlns:a16="http://schemas.microsoft.com/office/drawing/2014/main" id="{A7AF8C4F-7DF3-284E-F782-E7A78D8C8388}"/>
              </a:ext>
            </a:extLst>
          </p:cNvPr>
          <p:cNvSpPr>
            <a:spLocks noGrp="1"/>
          </p:cNvSpPr>
          <p:nvPr>
            <p:ph type="subTitle" idx="1"/>
          </p:nvPr>
        </p:nvSpPr>
        <p:spPr>
          <a:xfrm>
            <a:off x="63062" y="1615897"/>
            <a:ext cx="8450318" cy="3433009"/>
          </a:xfrm>
        </p:spPr>
        <p:txBody>
          <a:bodyPr>
            <a:normAutofit/>
          </a:bodyPr>
          <a:lstStyle/>
          <a:p>
            <a:pPr algn="just"/>
            <a:r>
              <a:rPr lang="en-US" sz="1350" dirty="0"/>
              <a:t>         Tremendous resources are spent by organizations guarding against and recovering from cybersecurity attacks by online hackers who gain access to sensitive and valuable user data. Phishing websites anticipate internet users to mistake them as genuine ones in order to reveal user information without notice. Traditional methods of detecting phishing websites, such as static blacklists, are limited in their ability to adapt to the evolving tactics employed by attackers. In recent times machine learning techniques have been used in the classification and detection of phishing websites. We use different classifiers: the Decision tree, Naive Bayesian classifier, support vector machine, and Random Forest. These are tested with a dataset containing real world URLs where each could be categorized as a legitimate site, or phishing site. </a:t>
            </a:r>
            <a:endParaRPr lang="en-IN"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46"/>
          <p:cNvSpPr txBox="1">
            <a:spLocks noGrp="1"/>
          </p:cNvSpPr>
          <p:nvPr>
            <p:ph type="title"/>
          </p:nvPr>
        </p:nvSpPr>
        <p:spPr>
          <a:xfrm>
            <a:off x="876895" y="917904"/>
            <a:ext cx="3695105" cy="97162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sz="3600" dirty="0"/>
              <a:t>INTRODUCTION</a:t>
            </a:r>
          </a:p>
        </p:txBody>
      </p:sp>
      <p:sp>
        <p:nvSpPr>
          <p:cNvPr id="343" name="Google Shape;343;p46"/>
          <p:cNvSpPr txBox="1">
            <a:spLocks noGrp="1"/>
          </p:cNvSpPr>
          <p:nvPr>
            <p:ph type="subTitle" idx="4294967295"/>
          </p:nvPr>
        </p:nvSpPr>
        <p:spPr>
          <a:xfrm>
            <a:off x="876895" y="1642734"/>
            <a:ext cx="7878222" cy="2582862"/>
          </a:xfrm>
          <a:prstGeom prst="rect">
            <a:avLst/>
          </a:prstGeom>
        </p:spPr>
        <p:txBody>
          <a:bodyPr spcFirstLastPara="1" wrap="square" lIns="91425" tIns="91425" rIns="91425" bIns="91425" anchor="t" anchorCtr="0">
            <a:noAutofit/>
          </a:bodyPr>
          <a:lstStyle/>
          <a:p>
            <a:pPr marL="285750" lvl="0" indent="-285750" algn="just" rtl="0">
              <a:lnSpc>
                <a:spcPct val="100000"/>
              </a:lnSpc>
              <a:spcBef>
                <a:spcPts val="0"/>
              </a:spcBef>
              <a:spcAft>
                <a:spcPts val="0"/>
              </a:spcAft>
              <a:buFont typeface="Wingdings" panose="05000000000000000000" pitchFamily="2" charset="2"/>
              <a:buChar char="Ø"/>
            </a:pPr>
            <a:r>
              <a:rPr lang="en" dirty="0"/>
              <a:t>A phishing website is a fake site that tricks people into sharing personal information, pretending to be a trustworthy website. It aims to steal sensitive data like passwords or credit card details for malicious purposes</a:t>
            </a:r>
          </a:p>
          <a:p>
            <a:pPr marL="285750" lvl="0" indent="-285750" algn="just" rtl="0">
              <a:lnSpc>
                <a:spcPct val="50000"/>
              </a:lnSpc>
              <a:spcBef>
                <a:spcPts val="0"/>
              </a:spcBef>
              <a:buFont typeface="Wingdings" panose="05000000000000000000" pitchFamily="2" charset="2"/>
              <a:buChar char="Ø"/>
            </a:pPr>
            <a:endParaRPr lang="en" dirty="0"/>
          </a:p>
          <a:p>
            <a:pPr marL="285750" lvl="0" indent="-285750" algn="just" rtl="0">
              <a:lnSpc>
                <a:spcPct val="100000"/>
              </a:lnSpc>
              <a:spcBef>
                <a:spcPts val="0"/>
              </a:spcBef>
              <a:spcAft>
                <a:spcPts val="0"/>
              </a:spcAft>
              <a:buFont typeface="Wingdings" panose="05000000000000000000" pitchFamily="2" charset="2"/>
              <a:buChar char="Ø"/>
            </a:pPr>
            <a:r>
              <a:rPr lang="en" dirty="0"/>
              <a:t>Phishing website is one of the types under Malicious Websites wh</a:t>
            </a:r>
            <a:r>
              <a:rPr lang="en-IN" dirty="0" err="1"/>
              <a:t>ic</a:t>
            </a:r>
            <a:r>
              <a:rPr lang="en" dirty="0"/>
              <a:t>h refers to </a:t>
            </a:r>
            <a:r>
              <a:rPr lang="en-US" dirty="0"/>
              <a:t>online platforms designed with harmful intent, aiming to compromise user security, privacy, or computer systems.</a:t>
            </a:r>
          </a:p>
          <a:p>
            <a:pPr marL="285750" lvl="0" indent="-285750" algn="just" rtl="0">
              <a:lnSpc>
                <a:spcPct val="50000"/>
              </a:lnSpc>
              <a:spcBef>
                <a:spcPts val="0"/>
              </a:spcBef>
              <a:buFont typeface="Wingdings" panose="05000000000000000000" pitchFamily="2" charset="2"/>
              <a:buChar char="Ø"/>
            </a:pPr>
            <a:endParaRPr lang="en-US" dirty="0"/>
          </a:p>
          <a:p>
            <a:pPr marL="285750" lvl="0" indent="-285750" algn="just" rtl="0">
              <a:lnSpc>
                <a:spcPct val="100000"/>
              </a:lnSpc>
              <a:spcBef>
                <a:spcPts val="0"/>
              </a:spcBef>
              <a:spcAft>
                <a:spcPts val="0"/>
              </a:spcAft>
              <a:buFont typeface="Wingdings" panose="05000000000000000000" pitchFamily="2" charset="2"/>
              <a:buChar char="Ø"/>
            </a:pPr>
            <a:r>
              <a:rPr lang="en-US" dirty="0"/>
              <a:t>Machine learning (ML) has emerged as a powerful tool in the realm of cybersecurity, offering the potential to automate the identification of phishing websites based on patterns and features inherent in their structure and behavior. </a:t>
            </a:r>
            <a:endParaRPr lang="e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5C35BF0-3843-7DCF-A566-1EAE31CC5FC2}"/>
              </a:ext>
            </a:extLst>
          </p:cNvPr>
          <p:cNvSpPr txBox="1"/>
          <p:nvPr/>
        </p:nvSpPr>
        <p:spPr>
          <a:xfrm>
            <a:off x="903891" y="1194450"/>
            <a:ext cx="7966841" cy="2754600"/>
          </a:xfrm>
          <a:prstGeom prst="rect">
            <a:avLst/>
          </a:prstGeom>
          <a:noFill/>
        </p:spPr>
        <p:txBody>
          <a:bodyPr wrap="square">
            <a:spAutoFit/>
          </a:bodyPr>
          <a:lstStyle/>
          <a:p>
            <a:pPr algn="just">
              <a:spcAft>
                <a:spcPts val="600"/>
              </a:spcAft>
            </a:pPr>
            <a:r>
              <a:rPr lang="en-US" dirty="0">
                <a:latin typeface="Commissioner" panose="020B0604020202020204" charset="0"/>
              </a:rPr>
              <a:t>To avoid falling victim to phishing websites, it's essential to be vigilant and adopt good cybersecurity practices. Here are some safety measures:</a:t>
            </a:r>
          </a:p>
          <a:p>
            <a:pPr algn="just"/>
            <a:r>
              <a:rPr lang="en-US" dirty="0">
                <a:effectLst>
                  <a:outerShdw blurRad="38100" dist="38100" dir="2700000" algn="tl">
                    <a:srgbClr val="000000">
                      <a:alpha val="43137"/>
                    </a:srgbClr>
                  </a:outerShdw>
                </a:effectLst>
                <a:latin typeface="Commissioner" panose="020B0604020202020204" charset="0"/>
              </a:rPr>
              <a:t>Check the URL</a:t>
            </a:r>
            <a:r>
              <a:rPr lang="en-US" dirty="0">
                <a:latin typeface="Commissioner" panose="020B0604020202020204" charset="0"/>
              </a:rPr>
              <a:t>: Phishing websites often use URLs that resemble legitimate sites but may have slight misspellings or extra characters</a:t>
            </a:r>
          </a:p>
          <a:p>
            <a:pPr algn="just"/>
            <a:r>
              <a:rPr lang="en-US" dirty="0">
                <a:effectLst>
                  <a:outerShdw blurRad="38100" dist="38100" dir="2700000" algn="tl">
                    <a:srgbClr val="000000">
                      <a:alpha val="43137"/>
                    </a:srgbClr>
                  </a:outerShdw>
                </a:effectLst>
                <a:latin typeface="Commissioner" panose="020B0604020202020204" charset="0"/>
              </a:rPr>
              <a:t>Verify the Website's Legitimacy: </a:t>
            </a:r>
            <a:r>
              <a:rPr lang="en-US" dirty="0">
                <a:latin typeface="Commissioner" panose="020B0604020202020204" charset="0"/>
              </a:rPr>
              <a:t>Use official channels to access websites. Avoid clicking on links provided in emails or messages.</a:t>
            </a:r>
          </a:p>
          <a:p>
            <a:pPr algn="just"/>
            <a:r>
              <a:rPr lang="en-US" dirty="0">
                <a:effectLst>
                  <a:outerShdw blurRad="38100" dist="38100" dir="2700000" algn="tl">
                    <a:srgbClr val="000000">
                      <a:alpha val="43137"/>
                    </a:srgbClr>
                  </a:outerShdw>
                </a:effectLst>
                <a:latin typeface="Commissioner" panose="020B0604020202020204" charset="0"/>
              </a:rPr>
              <a:t>Check for Website Security Seals</a:t>
            </a:r>
            <a:r>
              <a:rPr lang="en-US" dirty="0">
                <a:latin typeface="Commissioner" panose="020B0604020202020204" charset="0"/>
              </a:rPr>
              <a:t>: Legitimate websites often display security seals or logos such as trust badges, SSL logos, security certifications. </a:t>
            </a:r>
          </a:p>
          <a:p>
            <a:pPr algn="just"/>
            <a:r>
              <a:rPr lang="en-US" dirty="0">
                <a:effectLst>
                  <a:outerShdw blurRad="38100" dist="38100" dir="2700000" algn="tl">
                    <a:srgbClr val="000000">
                      <a:alpha val="43137"/>
                    </a:srgbClr>
                  </a:outerShdw>
                </a:effectLst>
                <a:latin typeface="Commissioner" panose="020B0604020202020204" charset="0"/>
              </a:rPr>
              <a:t>Avoid Pop-Up Windows:</a:t>
            </a:r>
            <a:r>
              <a:rPr lang="en-US" dirty="0">
                <a:latin typeface="Commissioner" panose="020B0604020202020204" charset="0"/>
              </a:rPr>
              <a:t> Be wary of pop-up windows or prompts asking for sensitive information. </a:t>
            </a:r>
          </a:p>
          <a:p>
            <a:pPr algn="just"/>
            <a:r>
              <a:rPr lang="en-US" dirty="0">
                <a:effectLst>
                  <a:outerShdw blurRad="38100" dist="38100" dir="2700000" algn="tl">
                    <a:srgbClr val="000000">
                      <a:alpha val="43137"/>
                    </a:srgbClr>
                  </a:outerShdw>
                </a:effectLst>
                <a:latin typeface="Commissioner" panose="020B0604020202020204" charset="0"/>
              </a:rPr>
              <a:t>Use Two-Factor Authentication (2FA): </a:t>
            </a:r>
            <a:r>
              <a:rPr lang="en-US" dirty="0">
                <a:latin typeface="Commissioner" panose="020B0604020202020204" charset="0"/>
              </a:rPr>
              <a:t>Enabling two-factor authentication adds an extra layer of security beyond just a password.</a:t>
            </a:r>
          </a:p>
        </p:txBody>
      </p:sp>
    </p:spTree>
    <p:extLst>
      <p:ext uri="{BB962C8B-B14F-4D97-AF65-F5344CB8AC3E}">
        <p14:creationId xmlns:p14="http://schemas.microsoft.com/office/powerpoint/2010/main" val="2269513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4"/>
          <p:cNvSpPr txBox="1">
            <a:spLocks noGrp="1"/>
          </p:cNvSpPr>
          <p:nvPr>
            <p:ph type="title"/>
          </p:nvPr>
        </p:nvSpPr>
        <p:spPr>
          <a:xfrm>
            <a:off x="763572" y="773263"/>
            <a:ext cx="3921189" cy="878739"/>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3600" dirty="0"/>
              <a:t>Stats say that…</a:t>
            </a:r>
            <a:endParaRPr sz="3600" dirty="0"/>
          </a:p>
        </p:txBody>
      </p:sp>
      <p:sp>
        <p:nvSpPr>
          <p:cNvPr id="327" name="Google Shape;327;p44"/>
          <p:cNvSpPr txBox="1">
            <a:spLocks noGrp="1"/>
          </p:cNvSpPr>
          <p:nvPr>
            <p:ph type="subTitle" idx="1"/>
          </p:nvPr>
        </p:nvSpPr>
        <p:spPr>
          <a:xfrm>
            <a:off x="1003288" y="1504857"/>
            <a:ext cx="7362947" cy="2709491"/>
          </a:xfrm>
          <a:prstGeom prst="rect">
            <a:avLst/>
          </a:prstGeom>
        </p:spPr>
        <p:txBody>
          <a:bodyPr spcFirstLastPara="1" wrap="square" lIns="91425" tIns="91425" rIns="91425" bIns="91425" anchor="t" anchorCtr="0">
            <a:noAutofit/>
          </a:bodyPr>
          <a:lstStyle/>
          <a:p>
            <a:pPr marL="285750" lvl="0" indent="-285750" algn="just" rtl="0">
              <a:lnSpc>
                <a:spcPct val="130000"/>
              </a:lnSpc>
              <a:spcBef>
                <a:spcPts val="0"/>
              </a:spcBef>
              <a:spcAft>
                <a:spcPts val="0"/>
              </a:spcAft>
              <a:buFont typeface="Wingdings" panose="05000000000000000000" pitchFamily="2" charset="2"/>
              <a:buChar char="Ø"/>
            </a:pPr>
            <a:r>
              <a:rPr lang="en-US" sz="1450" dirty="0"/>
              <a:t>Google found 46,000 phishing websites in 2020.</a:t>
            </a:r>
          </a:p>
          <a:p>
            <a:pPr marL="285750" lvl="0" indent="-285750" algn="just" rtl="0">
              <a:lnSpc>
                <a:spcPct val="130000"/>
              </a:lnSpc>
              <a:spcBef>
                <a:spcPts val="0"/>
              </a:spcBef>
              <a:spcAft>
                <a:spcPts val="0"/>
              </a:spcAft>
              <a:buFont typeface="Wingdings" panose="05000000000000000000" pitchFamily="2" charset="2"/>
              <a:buChar char="Ø"/>
            </a:pPr>
            <a:r>
              <a:rPr lang="en-US" sz="1450" dirty="0"/>
              <a:t>Over 1.4 million new phishing websites are created every month.</a:t>
            </a:r>
          </a:p>
          <a:p>
            <a:pPr marL="285750" lvl="0" indent="-285750" algn="just" rtl="0">
              <a:lnSpc>
                <a:spcPct val="130000"/>
              </a:lnSpc>
              <a:spcBef>
                <a:spcPts val="0"/>
              </a:spcBef>
              <a:spcAft>
                <a:spcPts val="0"/>
              </a:spcAft>
              <a:buFont typeface="Wingdings" panose="05000000000000000000" pitchFamily="2" charset="2"/>
              <a:buChar char="Ø"/>
            </a:pPr>
            <a:r>
              <a:rPr lang="en-US" sz="1450" dirty="0"/>
              <a:t>Mobile users are three times more likely to fall for phishing scams.</a:t>
            </a:r>
          </a:p>
          <a:p>
            <a:pPr marL="285750" lvl="0" indent="-285750" algn="just" rtl="0">
              <a:lnSpc>
                <a:spcPct val="130000"/>
              </a:lnSpc>
              <a:spcBef>
                <a:spcPts val="0"/>
              </a:spcBef>
              <a:spcAft>
                <a:spcPts val="0"/>
              </a:spcAft>
              <a:buFont typeface="Wingdings" panose="05000000000000000000" pitchFamily="2" charset="2"/>
              <a:buChar char="Ø"/>
            </a:pPr>
            <a:r>
              <a:rPr lang="en-US" sz="1450" dirty="0"/>
              <a:t>Phishing attacks cost businesses $3.92 million on average.</a:t>
            </a:r>
          </a:p>
          <a:p>
            <a:pPr marL="285750" lvl="0" indent="-285750" algn="just" rtl="0">
              <a:lnSpc>
                <a:spcPct val="130000"/>
              </a:lnSpc>
              <a:spcBef>
                <a:spcPts val="0"/>
              </a:spcBef>
              <a:spcAft>
                <a:spcPts val="0"/>
              </a:spcAft>
              <a:buFont typeface="Wingdings" panose="05000000000000000000" pitchFamily="2" charset="2"/>
              <a:buChar char="Ø"/>
            </a:pPr>
            <a:r>
              <a:rPr lang="en-US" sz="1450" dirty="0"/>
              <a:t>The average loss per phishing attack is estimated to be $4.6 million.</a:t>
            </a:r>
          </a:p>
          <a:p>
            <a:pPr marL="285750" lvl="0" indent="-285750" algn="just" rtl="0">
              <a:lnSpc>
                <a:spcPct val="130000"/>
              </a:lnSpc>
              <a:spcBef>
                <a:spcPts val="0"/>
              </a:spcBef>
              <a:spcAft>
                <a:spcPts val="0"/>
              </a:spcAft>
              <a:buFont typeface="Wingdings" panose="05000000000000000000" pitchFamily="2" charset="2"/>
              <a:buChar char="Ø"/>
            </a:pPr>
            <a:r>
              <a:rPr lang="en-US" sz="1450" dirty="0"/>
              <a:t>Phishing attacks increased by 220% in 2020 due to the COVID-19 pandemic.</a:t>
            </a:r>
            <a:endParaRPr lang="en-IN" sz="1450" dirty="0"/>
          </a:p>
          <a:p>
            <a:pPr marL="285750" lvl="0" indent="-285750" algn="just" rtl="0">
              <a:lnSpc>
                <a:spcPct val="130000"/>
              </a:lnSpc>
              <a:spcBef>
                <a:spcPts val="0"/>
              </a:spcBef>
              <a:spcAft>
                <a:spcPts val="600"/>
              </a:spcAft>
              <a:buFont typeface="Wingdings" panose="05000000000000000000" pitchFamily="2" charset="2"/>
              <a:buChar char="Ø"/>
            </a:pPr>
            <a:r>
              <a:rPr lang="en-US" sz="1450" dirty="0"/>
              <a:t>83% of UK businesses that suffered a cyber attack in 2022 reported the attack type as phishing.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47"/>
          <p:cNvSpPr txBox="1">
            <a:spLocks noGrp="1"/>
          </p:cNvSpPr>
          <p:nvPr>
            <p:ph type="title"/>
          </p:nvPr>
        </p:nvSpPr>
        <p:spPr>
          <a:xfrm>
            <a:off x="294212" y="643174"/>
            <a:ext cx="4918919" cy="549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dirty="0"/>
              <a:t>PROJECT OVERVIEW:</a:t>
            </a:r>
            <a:endParaRPr sz="3600" dirty="0"/>
          </a:p>
        </p:txBody>
      </p:sp>
      <p:graphicFrame>
        <p:nvGraphicFramePr>
          <p:cNvPr id="8" name="Diagram 7">
            <a:extLst>
              <a:ext uri="{FF2B5EF4-FFF2-40B4-BE49-F238E27FC236}">
                <a16:creationId xmlns:a16="http://schemas.microsoft.com/office/drawing/2014/main" id="{A0DE27BA-6EF5-783F-50F1-66DD86600240}"/>
              </a:ext>
            </a:extLst>
          </p:cNvPr>
          <p:cNvGraphicFramePr/>
          <p:nvPr>
            <p:extLst>
              <p:ext uri="{D42A27DB-BD31-4B8C-83A1-F6EECF244321}">
                <p14:modId xmlns:p14="http://schemas.microsoft.com/office/powerpoint/2010/main" val="1764839593"/>
              </p:ext>
            </p:extLst>
          </p:nvPr>
        </p:nvGraphicFramePr>
        <p:xfrm>
          <a:off x="388804" y="1566041"/>
          <a:ext cx="5919594" cy="25962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2" name="Graphic 11" descr="Internet with solid fill">
            <a:extLst>
              <a:ext uri="{FF2B5EF4-FFF2-40B4-BE49-F238E27FC236}">
                <a16:creationId xmlns:a16="http://schemas.microsoft.com/office/drawing/2014/main" id="{E28FEBCF-87EC-CFFF-D067-4A0FBA8515E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604758" y="3564221"/>
            <a:ext cx="703640" cy="684937"/>
          </a:xfrm>
          <a:prstGeom prst="rect">
            <a:avLst/>
          </a:prstGeom>
        </p:spPr>
      </p:pic>
      <p:pic>
        <p:nvPicPr>
          <p:cNvPr id="14" name="Graphic 13" descr="Browser window outline">
            <a:extLst>
              <a:ext uri="{FF2B5EF4-FFF2-40B4-BE49-F238E27FC236}">
                <a16:creationId xmlns:a16="http://schemas.microsoft.com/office/drawing/2014/main" id="{1312150D-6D12-DB34-6001-FF8A89B44AA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695277" y="3139815"/>
            <a:ext cx="522602" cy="508712"/>
          </a:xfrm>
          <a:prstGeom prst="rect">
            <a:avLst/>
          </a:prstGeom>
        </p:spPr>
      </p:pic>
      <p:pic>
        <p:nvPicPr>
          <p:cNvPr id="16" name="Graphic 15" descr="Network diagram with solid fill">
            <a:extLst>
              <a:ext uri="{FF2B5EF4-FFF2-40B4-BE49-F238E27FC236}">
                <a16:creationId xmlns:a16="http://schemas.microsoft.com/office/drawing/2014/main" id="{B4966E24-0205-26F8-5D60-946120243DF3}"/>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726633" y="2075321"/>
            <a:ext cx="557369" cy="542555"/>
          </a:xfrm>
          <a:prstGeom prst="rect">
            <a:avLst/>
          </a:prstGeom>
        </p:spPr>
      </p:pic>
      <p:pic>
        <p:nvPicPr>
          <p:cNvPr id="18" name="Graphic 17" descr="Circles with lines with solid fill">
            <a:extLst>
              <a:ext uri="{FF2B5EF4-FFF2-40B4-BE49-F238E27FC236}">
                <a16:creationId xmlns:a16="http://schemas.microsoft.com/office/drawing/2014/main" id="{E06602B8-A9DE-257A-C803-CC8539634032}"/>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661501" y="2576943"/>
            <a:ext cx="590153" cy="574467"/>
          </a:xfrm>
          <a:prstGeom prst="rect">
            <a:avLst/>
          </a:prstGeom>
        </p:spPr>
      </p:pic>
      <p:pic>
        <p:nvPicPr>
          <p:cNvPr id="20" name="Graphic 19" descr="Table outline">
            <a:extLst>
              <a:ext uri="{FF2B5EF4-FFF2-40B4-BE49-F238E27FC236}">
                <a16:creationId xmlns:a16="http://schemas.microsoft.com/office/drawing/2014/main" id="{A78286BD-8D91-8A39-71DA-EEBF8F53083B}"/>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580992" y="1495716"/>
            <a:ext cx="703009" cy="68432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55"/>
          <p:cNvSpPr txBox="1">
            <a:spLocks noGrp="1"/>
          </p:cNvSpPr>
          <p:nvPr>
            <p:ph type="title"/>
          </p:nvPr>
        </p:nvSpPr>
        <p:spPr>
          <a:xfrm>
            <a:off x="460976" y="716001"/>
            <a:ext cx="3701121" cy="549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3600" dirty="0"/>
              <a:t>METHODOLOGY</a:t>
            </a:r>
            <a:endParaRPr sz="3600" dirty="0"/>
          </a:p>
        </p:txBody>
      </p:sp>
      <p:sp>
        <p:nvSpPr>
          <p:cNvPr id="527" name="Google Shape;527;p55"/>
          <p:cNvSpPr txBox="1">
            <a:spLocks noGrp="1"/>
          </p:cNvSpPr>
          <p:nvPr>
            <p:ph type="subTitle" idx="5"/>
          </p:nvPr>
        </p:nvSpPr>
        <p:spPr>
          <a:xfrm>
            <a:off x="460976" y="1457324"/>
            <a:ext cx="7969780" cy="3342290"/>
          </a:xfrm>
          <a:prstGeom prst="rect">
            <a:avLst/>
          </a:prstGeom>
        </p:spPr>
        <p:txBody>
          <a:bodyPr spcFirstLastPara="1" wrap="square" lIns="91425" tIns="91425" rIns="91425" bIns="91425" anchor="t" anchorCtr="0">
            <a:noAutofit/>
          </a:bodyPr>
          <a:lstStyle/>
          <a:p>
            <a:pPr marL="342900" lvl="0" indent="-342900" algn="just" rtl="0">
              <a:spcBef>
                <a:spcPts val="0"/>
              </a:spcBef>
              <a:spcAft>
                <a:spcPts val="0"/>
              </a:spcAft>
              <a:buFont typeface="+mj-lt"/>
              <a:buAutoNum type="arabicPeriod"/>
            </a:pPr>
            <a:r>
              <a:rPr lang="en-US" sz="1450" dirty="0"/>
              <a:t>Create the CSV files(legitimate and phishing) which will have the extracted features of the URLs present in the original dataset(URL &amp; Label).</a:t>
            </a:r>
          </a:p>
          <a:p>
            <a:pPr marL="342900" lvl="0" indent="-342900" algn="just" rtl="0">
              <a:spcBef>
                <a:spcPts val="0"/>
              </a:spcBef>
              <a:spcAft>
                <a:spcPts val="0"/>
              </a:spcAft>
              <a:buFont typeface="+mj-lt"/>
              <a:buAutoNum type="arabicPeriod"/>
            </a:pPr>
            <a:r>
              <a:rPr lang="en-US" sz="1450" dirty="0"/>
              <a:t>Train the models with these datasets and check the accuracy with the test data.</a:t>
            </a:r>
          </a:p>
          <a:p>
            <a:pPr marL="342900" lvl="0" indent="-342900" algn="just" rtl="0">
              <a:spcBef>
                <a:spcPts val="0"/>
              </a:spcBef>
              <a:spcAft>
                <a:spcPts val="0"/>
              </a:spcAft>
              <a:buFont typeface="+mj-lt"/>
              <a:buAutoNum type="arabicPeriod"/>
            </a:pPr>
            <a:r>
              <a:rPr lang="en-US" sz="1450" dirty="0"/>
              <a:t>The model which has the highest accuracy will be used to detect the Phishing websites.</a:t>
            </a:r>
          </a:p>
          <a:p>
            <a:pPr marL="342900" lvl="0" indent="-342900" algn="just" rtl="0">
              <a:spcBef>
                <a:spcPts val="0"/>
              </a:spcBef>
              <a:spcAft>
                <a:spcPts val="0"/>
              </a:spcAft>
              <a:buFont typeface="+mj-lt"/>
              <a:buAutoNum type="arabicPeriod"/>
            </a:pPr>
            <a:r>
              <a:rPr lang="en-US" sz="1450" dirty="0"/>
              <a:t>We take the URL as an input from the user and will find  whether it’s a Phishing or a Legitimate.</a:t>
            </a:r>
          </a:p>
          <a:p>
            <a:pPr marL="342900" lvl="0" indent="-342900" algn="just" rtl="0">
              <a:spcBef>
                <a:spcPts val="0"/>
              </a:spcBef>
              <a:spcAft>
                <a:spcPts val="0"/>
              </a:spcAft>
              <a:buFont typeface="+mj-lt"/>
              <a:buAutoNum type="arabicPeriod"/>
            </a:pPr>
            <a:endParaRPr lang="en-US" sz="1450" dirty="0"/>
          </a:p>
        </p:txBody>
      </p:sp>
      <p:sp>
        <p:nvSpPr>
          <p:cNvPr id="3" name="Subtitle 2">
            <a:extLst>
              <a:ext uri="{FF2B5EF4-FFF2-40B4-BE49-F238E27FC236}">
                <a16:creationId xmlns:a16="http://schemas.microsoft.com/office/drawing/2014/main" id="{B5B7D1B5-FC51-DCD1-4E76-4849887B04A8}"/>
              </a:ext>
            </a:extLst>
          </p:cNvPr>
          <p:cNvSpPr>
            <a:spLocks noGrp="1"/>
          </p:cNvSpPr>
          <p:nvPr>
            <p:ph type="subTitle" idx="4"/>
          </p:nvPr>
        </p:nvSpPr>
        <p:spPr/>
        <p:txBody>
          <a:bodyPr/>
          <a:lstStyle/>
          <a:p>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48"/>
          <p:cNvSpPr txBox="1">
            <a:spLocks noGrp="1"/>
          </p:cNvSpPr>
          <p:nvPr>
            <p:ph type="body" idx="1"/>
          </p:nvPr>
        </p:nvSpPr>
        <p:spPr>
          <a:xfrm>
            <a:off x="608120" y="1549287"/>
            <a:ext cx="5571963" cy="2640798"/>
          </a:xfrm>
          <a:prstGeom prst="rect">
            <a:avLst/>
          </a:prstGeom>
        </p:spPr>
        <p:txBody>
          <a:bodyPr spcFirstLastPara="1" wrap="square" lIns="91425" tIns="91425" rIns="91425" bIns="91425" anchor="t" anchorCtr="0">
            <a:noAutofit/>
          </a:bodyPr>
          <a:lstStyle/>
          <a:p>
            <a:pPr marL="285750" indent="-285750" algn="just">
              <a:buClr>
                <a:schemeClr val="bg2">
                  <a:lumMod val="25000"/>
                </a:schemeClr>
              </a:buClr>
              <a:buFont typeface="Wingdings" panose="05000000000000000000" pitchFamily="2" charset="2"/>
              <a:buChar char="Ø"/>
            </a:pPr>
            <a:r>
              <a:rPr lang="en-US" dirty="0"/>
              <a:t>Detecting phishing websites involves collecting and analyzing various types of data to identify suspicious patterns and behaviors. </a:t>
            </a:r>
          </a:p>
          <a:p>
            <a:pPr marL="285750" indent="-285750" algn="just">
              <a:buClr>
                <a:schemeClr val="bg2">
                  <a:lumMod val="25000"/>
                </a:schemeClr>
              </a:buClr>
              <a:buFont typeface="Wingdings" panose="05000000000000000000" pitchFamily="2" charset="2"/>
              <a:buChar char="Ø"/>
            </a:pPr>
            <a:r>
              <a:rPr lang="en-US" dirty="0"/>
              <a:t>Usually, the phishing website data is collected from Phish Tank or </a:t>
            </a:r>
            <a:r>
              <a:rPr lang="en-US" dirty="0" err="1"/>
              <a:t>OpenPhish</a:t>
            </a:r>
            <a:r>
              <a:rPr lang="en-US" dirty="0"/>
              <a:t>. PhishTank.com is a website where phishing URLs are detected and can be accessed via API call. </a:t>
            </a:r>
          </a:p>
          <a:p>
            <a:pPr marL="285750" lvl="0" indent="-285750" algn="just" rtl="0">
              <a:spcBef>
                <a:spcPts val="0"/>
              </a:spcBef>
              <a:spcAft>
                <a:spcPts val="0"/>
              </a:spcAft>
              <a:buClr>
                <a:schemeClr val="bg2">
                  <a:lumMod val="25000"/>
                </a:schemeClr>
              </a:buClr>
              <a:buFont typeface="Wingdings" panose="05000000000000000000" pitchFamily="2" charset="2"/>
              <a:buChar char="Ø"/>
            </a:pPr>
            <a:r>
              <a:rPr lang="en-US" dirty="0"/>
              <a:t>There are publicly available datasets like the UCI machine learning repository dataset, Kaggle datasets in which there are many records each having URL, type (legitimate/phishing) as attributes of that URL.</a:t>
            </a:r>
          </a:p>
          <a:p>
            <a:pPr marL="285750" lvl="0" indent="-285750" algn="just" rtl="0">
              <a:spcBef>
                <a:spcPts val="0"/>
              </a:spcBef>
              <a:spcAft>
                <a:spcPts val="0"/>
              </a:spcAft>
              <a:buClr>
                <a:schemeClr val="bg2">
                  <a:lumMod val="25000"/>
                </a:schemeClr>
              </a:buClr>
              <a:buFont typeface="Wingdings" panose="05000000000000000000" pitchFamily="2" charset="2"/>
              <a:buChar char="Ø"/>
            </a:pPr>
            <a:endParaRPr dirty="0"/>
          </a:p>
        </p:txBody>
      </p:sp>
      <p:sp>
        <p:nvSpPr>
          <p:cNvPr id="8" name="Google Shape;356;p48">
            <a:extLst>
              <a:ext uri="{FF2B5EF4-FFF2-40B4-BE49-F238E27FC236}">
                <a16:creationId xmlns:a16="http://schemas.microsoft.com/office/drawing/2014/main" id="{EA878F1D-BF82-0613-71A8-F71A0024635A}"/>
              </a:ext>
            </a:extLst>
          </p:cNvPr>
          <p:cNvSpPr txBox="1">
            <a:spLocks/>
          </p:cNvSpPr>
          <p:nvPr/>
        </p:nvSpPr>
        <p:spPr>
          <a:xfrm>
            <a:off x="608120" y="820065"/>
            <a:ext cx="4457866" cy="549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100"/>
              <a:buFont typeface="Golos Text"/>
              <a:buNone/>
              <a:defRPr sz="3100" b="0" i="0" u="none" strike="noStrike" cap="none">
                <a:solidFill>
                  <a:schemeClr val="dk1"/>
                </a:solidFill>
                <a:latin typeface="Golos Text"/>
                <a:ea typeface="Golos Text"/>
                <a:cs typeface="Golos Text"/>
                <a:sym typeface="Golos Text"/>
              </a:defRPr>
            </a:lvl1pPr>
            <a:lvl2pPr marR="0" lvl="1" algn="ctr" rtl="0">
              <a:lnSpc>
                <a:spcPct val="100000"/>
              </a:lnSpc>
              <a:spcBef>
                <a:spcPts val="0"/>
              </a:spcBef>
              <a:spcAft>
                <a:spcPts val="0"/>
              </a:spcAft>
              <a:buClr>
                <a:schemeClr val="dk1"/>
              </a:buClr>
              <a:buSzPts val="3100"/>
              <a:buFont typeface="Golos Text"/>
              <a:buNone/>
              <a:defRPr sz="3100" b="0" i="0" u="none" strike="noStrike" cap="none">
                <a:solidFill>
                  <a:schemeClr val="dk1"/>
                </a:solidFill>
                <a:latin typeface="Golos Text"/>
                <a:ea typeface="Golos Text"/>
                <a:cs typeface="Golos Text"/>
                <a:sym typeface="Golos Text"/>
              </a:defRPr>
            </a:lvl2pPr>
            <a:lvl3pPr marR="0" lvl="2" algn="ctr" rtl="0">
              <a:lnSpc>
                <a:spcPct val="100000"/>
              </a:lnSpc>
              <a:spcBef>
                <a:spcPts val="0"/>
              </a:spcBef>
              <a:spcAft>
                <a:spcPts val="0"/>
              </a:spcAft>
              <a:buClr>
                <a:schemeClr val="dk1"/>
              </a:buClr>
              <a:buSzPts val="3100"/>
              <a:buFont typeface="Golos Text"/>
              <a:buNone/>
              <a:defRPr sz="3100" b="0" i="0" u="none" strike="noStrike" cap="none">
                <a:solidFill>
                  <a:schemeClr val="dk1"/>
                </a:solidFill>
                <a:latin typeface="Golos Text"/>
                <a:ea typeface="Golos Text"/>
                <a:cs typeface="Golos Text"/>
                <a:sym typeface="Golos Text"/>
              </a:defRPr>
            </a:lvl3pPr>
            <a:lvl4pPr marR="0" lvl="3" algn="ctr" rtl="0">
              <a:lnSpc>
                <a:spcPct val="100000"/>
              </a:lnSpc>
              <a:spcBef>
                <a:spcPts val="0"/>
              </a:spcBef>
              <a:spcAft>
                <a:spcPts val="0"/>
              </a:spcAft>
              <a:buClr>
                <a:schemeClr val="dk1"/>
              </a:buClr>
              <a:buSzPts val="3100"/>
              <a:buFont typeface="Golos Text"/>
              <a:buNone/>
              <a:defRPr sz="3100" b="0" i="0" u="none" strike="noStrike" cap="none">
                <a:solidFill>
                  <a:schemeClr val="dk1"/>
                </a:solidFill>
                <a:latin typeface="Golos Text"/>
                <a:ea typeface="Golos Text"/>
                <a:cs typeface="Golos Text"/>
                <a:sym typeface="Golos Text"/>
              </a:defRPr>
            </a:lvl4pPr>
            <a:lvl5pPr marR="0" lvl="4" algn="ctr" rtl="0">
              <a:lnSpc>
                <a:spcPct val="100000"/>
              </a:lnSpc>
              <a:spcBef>
                <a:spcPts val="0"/>
              </a:spcBef>
              <a:spcAft>
                <a:spcPts val="0"/>
              </a:spcAft>
              <a:buClr>
                <a:schemeClr val="dk1"/>
              </a:buClr>
              <a:buSzPts val="3100"/>
              <a:buFont typeface="Golos Text"/>
              <a:buNone/>
              <a:defRPr sz="3100" b="0" i="0" u="none" strike="noStrike" cap="none">
                <a:solidFill>
                  <a:schemeClr val="dk1"/>
                </a:solidFill>
                <a:latin typeface="Golos Text"/>
                <a:ea typeface="Golos Text"/>
                <a:cs typeface="Golos Text"/>
                <a:sym typeface="Golos Text"/>
              </a:defRPr>
            </a:lvl5pPr>
            <a:lvl6pPr marR="0" lvl="5" algn="ctr" rtl="0">
              <a:lnSpc>
                <a:spcPct val="100000"/>
              </a:lnSpc>
              <a:spcBef>
                <a:spcPts val="0"/>
              </a:spcBef>
              <a:spcAft>
                <a:spcPts val="0"/>
              </a:spcAft>
              <a:buClr>
                <a:schemeClr val="dk1"/>
              </a:buClr>
              <a:buSzPts val="3100"/>
              <a:buFont typeface="Golos Text"/>
              <a:buNone/>
              <a:defRPr sz="3100" b="0" i="0" u="none" strike="noStrike" cap="none">
                <a:solidFill>
                  <a:schemeClr val="dk1"/>
                </a:solidFill>
                <a:latin typeface="Golos Text"/>
                <a:ea typeface="Golos Text"/>
                <a:cs typeface="Golos Text"/>
                <a:sym typeface="Golos Text"/>
              </a:defRPr>
            </a:lvl6pPr>
            <a:lvl7pPr marR="0" lvl="6" algn="ctr" rtl="0">
              <a:lnSpc>
                <a:spcPct val="100000"/>
              </a:lnSpc>
              <a:spcBef>
                <a:spcPts val="0"/>
              </a:spcBef>
              <a:spcAft>
                <a:spcPts val="0"/>
              </a:spcAft>
              <a:buClr>
                <a:schemeClr val="dk1"/>
              </a:buClr>
              <a:buSzPts val="3100"/>
              <a:buFont typeface="Golos Text"/>
              <a:buNone/>
              <a:defRPr sz="3100" b="0" i="0" u="none" strike="noStrike" cap="none">
                <a:solidFill>
                  <a:schemeClr val="dk1"/>
                </a:solidFill>
                <a:latin typeface="Golos Text"/>
                <a:ea typeface="Golos Text"/>
                <a:cs typeface="Golos Text"/>
                <a:sym typeface="Golos Text"/>
              </a:defRPr>
            </a:lvl7pPr>
            <a:lvl8pPr marR="0" lvl="7" algn="ctr" rtl="0">
              <a:lnSpc>
                <a:spcPct val="100000"/>
              </a:lnSpc>
              <a:spcBef>
                <a:spcPts val="0"/>
              </a:spcBef>
              <a:spcAft>
                <a:spcPts val="0"/>
              </a:spcAft>
              <a:buClr>
                <a:schemeClr val="dk1"/>
              </a:buClr>
              <a:buSzPts val="3100"/>
              <a:buFont typeface="Golos Text"/>
              <a:buNone/>
              <a:defRPr sz="3100" b="0" i="0" u="none" strike="noStrike" cap="none">
                <a:solidFill>
                  <a:schemeClr val="dk1"/>
                </a:solidFill>
                <a:latin typeface="Golos Text"/>
                <a:ea typeface="Golos Text"/>
                <a:cs typeface="Golos Text"/>
                <a:sym typeface="Golos Text"/>
              </a:defRPr>
            </a:lvl8pPr>
            <a:lvl9pPr marR="0" lvl="8" algn="ctr" rtl="0">
              <a:lnSpc>
                <a:spcPct val="100000"/>
              </a:lnSpc>
              <a:spcBef>
                <a:spcPts val="0"/>
              </a:spcBef>
              <a:spcAft>
                <a:spcPts val="0"/>
              </a:spcAft>
              <a:buClr>
                <a:schemeClr val="dk1"/>
              </a:buClr>
              <a:buSzPts val="3100"/>
              <a:buFont typeface="Golos Text"/>
              <a:buNone/>
              <a:defRPr sz="3100" b="0" i="0" u="none" strike="noStrike" cap="none">
                <a:solidFill>
                  <a:schemeClr val="dk1"/>
                </a:solidFill>
                <a:latin typeface="Golos Text"/>
                <a:ea typeface="Golos Text"/>
                <a:cs typeface="Golos Text"/>
                <a:sym typeface="Golos Text"/>
              </a:defRPr>
            </a:lvl9pPr>
          </a:lstStyle>
          <a:p>
            <a:r>
              <a:rPr lang="en-US" sz="3600" dirty="0"/>
              <a:t>D</a:t>
            </a:r>
            <a:r>
              <a:rPr lang="en-IN" sz="3600" dirty="0"/>
              <a:t>ATA COLLECTION</a:t>
            </a:r>
          </a:p>
        </p:txBody>
      </p:sp>
      <p:pic>
        <p:nvPicPr>
          <p:cNvPr id="4098" name="Picture 2" descr="Data Collection Icon">
            <a:extLst>
              <a:ext uri="{FF2B5EF4-FFF2-40B4-BE49-F238E27FC236}">
                <a16:creationId xmlns:a16="http://schemas.microsoft.com/office/drawing/2014/main" id="{4EC08B68-DF6D-81B2-5048-DA10587F48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9961" y="1681689"/>
            <a:ext cx="2218997" cy="221899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3" name="Title 2">
            <a:extLst>
              <a:ext uri="{FF2B5EF4-FFF2-40B4-BE49-F238E27FC236}">
                <a16:creationId xmlns:a16="http://schemas.microsoft.com/office/drawing/2014/main" id="{BD0CE0D8-DE0A-4726-AC47-0A79017E7A7D}"/>
              </a:ext>
            </a:extLst>
          </p:cNvPr>
          <p:cNvSpPr>
            <a:spLocks noGrp="1"/>
          </p:cNvSpPr>
          <p:nvPr>
            <p:ph type="title"/>
          </p:nvPr>
        </p:nvSpPr>
        <p:spPr>
          <a:xfrm>
            <a:off x="555570" y="163342"/>
            <a:ext cx="3396320" cy="549900"/>
          </a:xfrm>
        </p:spPr>
        <p:txBody>
          <a:bodyPr/>
          <a:lstStyle/>
          <a:p>
            <a:r>
              <a:rPr lang="en-US" sz="3600" dirty="0"/>
              <a:t>SAMPLE DATA</a:t>
            </a:r>
            <a:endParaRPr lang="en-IN" sz="3600" dirty="0"/>
          </a:p>
        </p:txBody>
      </p:sp>
      <p:pic>
        <p:nvPicPr>
          <p:cNvPr id="25" name="Picture 24" descr="A screenshot of a computer&#10;&#10;Description automatically generated">
            <a:extLst>
              <a:ext uri="{FF2B5EF4-FFF2-40B4-BE49-F238E27FC236}">
                <a16:creationId xmlns:a16="http://schemas.microsoft.com/office/drawing/2014/main" id="{FD8112BB-6CE0-D44F-C995-5ED6FBE7D11D}"/>
              </a:ext>
            </a:extLst>
          </p:cNvPr>
          <p:cNvPicPr>
            <a:picLocks noChangeAspect="1"/>
          </p:cNvPicPr>
          <p:nvPr/>
        </p:nvPicPr>
        <p:blipFill rotWithShape="1">
          <a:blip r:embed="rId3"/>
          <a:srcRect t="28393" r="60115" b="14216"/>
          <a:stretch/>
        </p:blipFill>
        <p:spPr>
          <a:xfrm>
            <a:off x="713224" y="882724"/>
            <a:ext cx="4626031" cy="375942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56"/>
          <p:cNvSpPr txBox="1">
            <a:spLocks noGrp="1"/>
          </p:cNvSpPr>
          <p:nvPr>
            <p:ph type="title"/>
          </p:nvPr>
        </p:nvSpPr>
        <p:spPr>
          <a:xfrm>
            <a:off x="809297" y="817107"/>
            <a:ext cx="5368516" cy="732434"/>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600" dirty="0"/>
              <a:t>DATA PREPROCESSING</a:t>
            </a:r>
            <a:endParaRPr sz="3600" dirty="0"/>
          </a:p>
        </p:txBody>
      </p:sp>
      <p:sp>
        <p:nvSpPr>
          <p:cNvPr id="5" name="TextBox 4">
            <a:extLst>
              <a:ext uri="{FF2B5EF4-FFF2-40B4-BE49-F238E27FC236}">
                <a16:creationId xmlns:a16="http://schemas.microsoft.com/office/drawing/2014/main" id="{95B7FB7F-730C-D427-2320-1604F9862919}"/>
              </a:ext>
            </a:extLst>
          </p:cNvPr>
          <p:cNvSpPr txBox="1"/>
          <p:nvPr/>
        </p:nvSpPr>
        <p:spPr>
          <a:xfrm>
            <a:off x="903889" y="1621074"/>
            <a:ext cx="5150069" cy="2339102"/>
          </a:xfrm>
          <a:prstGeom prst="rect">
            <a:avLst/>
          </a:prstGeom>
          <a:noFill/>
        </p:spPr>
        <p:txBody>
          <a:bodyPr wrap="square">
            <a:spAutoFit/>
          </a:bodyPr>
          <a:lstStyle/>
          <a:p>
            <a:pPr algn="just">
              <a:spcAft>
                <a:spcPts val="600"/>
              </a:spcAft>
            </a:pPr>
            <a:r>
              <a:rPr lang="en-US" dirty="0">
                <a:latin typeface="Commissioner" panose="020B0604020202020204" charset="0"/>
              </a:rPr>
              <a:t>In case of URL based analysis for designing machine learning models, we need to extract these features in order to form a dataset that can be used for the training. There are four categories of the features that are most commonly considered for feature extraction. They are as follows:</a:t>
            </a:r>
          </a:p>
          <a:p>
            <a:pPr algn="just">
              <a:spcAft>
                <a:spcPts val="600"/>
              </a:spcAft>
            </a:pPr>
            <a:r>
              <a:rPr lang="en-US" dirty="0">
                <a:latin typeface="Commissioner" panose="020B0604020202020204" charset="0"/>
              </a:rPr>
              <a:t>1) Address Bar based features</a:t>
            </a:r>
          </a:p>
          <a:p>
            <a:pPr algn="just">
              <a:spcAft>
                <a:spcPts val="600"/>
              </a:spcAft>
            </a:pPr>
            <a:r>
              <a:rPr lang="en-US" dirty="0">
                <a:latin typeface="Commissioner" panose="020B0604020202020204" charset="0"/>
              </a:rPr>
              <a:t>2) Abnormal based features</a:t>
            </a:r>
          </a:p>
          <a:p>
            <a:pPr algn="just">
              <a:spcAft>
                <a:spcPts val="600"/>
              </a:spcAft>
            </a:pPr>
            <a:r>
              <a:rPr lang="en-US" dirty="0">
                <a:latin typeface="Commissioner" panose="020B0604020202020204" charset="0"/>
              </a:rPr>
              <a:t>3) HTML and JavaScript based features</a:t>
            </a:r>
          </a:p>
          <a:p>
            <a:pPr algn="just">
              <a:spcAft>
                <a:spcPts val="600"/>
              </a:spcAft>
            </a:pPr>
            <a:r>
              <a:rPr lang="en-US" dirty="0">
                <a:latin typeface="Commissioner" panose="020B0604020202020204" charset="0"/>
              </a:rPr>
              <a:t>4) Domain based features</a:t>
            </a:r>
            <a:endParaRPr lang="en-IN" dirty="0">
              <a:latin typeface="Commissioner" panose="020B0604020202020204" charset="0"/>
            </a:endParaRPr>
          </a:p>
        </p:txBody>
      </p:sp>
      <p:pic>
        <p:nvPicPr>
          <p:cNvPr id="8" name="Graphic 7" descr="Workflow with solid fill">
            <a:extLst>
              <a:ext uri="{FF2B5EF4-FFF2-40B4-BE49-F238E27FC236}">
                <a16:creationId xmlns:a16="http://schemas.microsoft.com/office/drawing/2014/main" id="{DC1118BA-6C6B-C03D-376C-2DF437A1613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77813" y="1621074"/>
            <a:ext cx="2201919" cy="220191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screenshot of a computer&#10;&#10;Description automatically generated">
            <a:extLst>
              <a:ext uri="{FF2B5EF4-FFF2-40B4-BE49-F238E27FC236}">
                <a16:creationId xmlns:a16="http://schemas.microsoft.com/office/drawing/2014/main" id="{C35A0F47-FA8F-93D3-7A9C-7EB60A67D0C6}"/>
              </a:ext>
            </a:extLst>
          </p:cNvPr>
          <p:cNvPicPr>
            <a:picLocks noChangeAspect="1"/>
          </p:cNvPicPr>
          <p:nvPr/>
        </p:nvPicPr>
        <p:blipFill rotWithShape="1">
          <a:blip r:embed="rId2"/>
          <a:srcRect l="20689" t="26348" r="51495" b="28061"/>
          <a:stretch/>
        </p:blipFill>
        <p:spPr>
          <a:xfrm>
            <a:off x="3951890" y="1399846"/>
            <a:ext cx="2543504" cy="2343807"/>
          </a:xfrm>
          <a:prstGeom prst="rect">
            <a:avLst/>
          </a:prstGeom>
        </p:spPr>
      </p:pic>
      <p:pic>
        <p:nvPicPr>
          <p:cNvPr id="10" name="Picture 9" descr="A screenshot of a computer&#10;&#10;Description automatically generated">
            <a:extLst>
              <a:ext uri="{FF2B5EF4-FFF2-40B4-BE49-F238E27FC236}">
                <a16:creationId xmlns:a16="http://schemas.microsoft.com/office/drawing/2014/main" id="{5BDC67A4-A2FE-769A-F0C2-18F3FA58DB82}"/>
              </a:ext>
            </a:extLst>
          </p:cNvPr>
          <p:cNvPicPr>
            <a:picLocks noChangeAspect="1"/>
          </p:cNvPicPr>
          <p:nvPr/>
        </p:nvPicPr>
        <p:blipFill rotWithShape="1">
          <a:blip r:embed="rId3"/>
          <a:srcRect l="20920" t="21033" r="51264" b="15589"/>
          <a:stretch/>
        </p:blipFill>
        <p:spPr>
          <a:xfrm>
            <a:off x="6396266" y="1120591"/>
            <a:ext cx="2543504" cy="3258207"/>
          </a:xfrm>
          <a:prstGeom prst="rect">
            <a:avLst/>
          </a:prstGeom>
        </p:spPr>
      </p:pic>
      <p:sp>
        <p:nvSpPr>
          <p:cNvPr id="11" name="Google Shape;539;p56">
            <a:extLst>
              <a:ext uri="{FF2B5EF4-FFF2-40B4-BE49-F238E27FC236}">
                <a16:creationId xmlns:a16="http://schemas.microsoft.com/office/drawing/2014/main" id="{2DED4DF7-9690-0AD5-23BF-BA13854AE485}"/>
              </a:ext>
            </a:extLst>
          </p:cNvPr>
          <p:cNvSpPr txBox="1">
            <a:spLocks noGrp="1"/>
          </p:cNvSpPr>
          <p:nvPr>
            <p:ph type="title"/>
          </p:nvPr>
        </p:nvSpPr>
        <p:spPr>
          <a:xfrm>
            <a:off x="767254" y="808713"/>
            <a:ext cx="5629011" cy="567559"/>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IN" sz="3600" dirty="0"/>
              <a:t>FEATURES EXTRACTION</a:t>
            </a:r>
          </a:p>
        </p:txBody>
      </p:sp>
      <p:sp>
        <p:nvSpPr>
          <p:cNvPr id="13" name="TextBox 12">
            <a:extLst>
              <a:ext uri="{FF2B5EF4-FFF2-40B4-BE49-F238E27FC236}">
                <a16:creationId xmlns:a16="http://schemas.microsoft.com/office/drawing/2014/main" id="{8C5506ED-2711-6AC9-100A-597EE1431AD0}"/>
              </a:ext>
            </a:extLst>
          </p:cNvPr>
          <p:cNvSpPr txBox="1"/>
          <p:nvPr/>
        </p:nvSpPr>
        <p:spPr>
          <a:xfrm>
            <a:off x="851338" y="1599012"/>
            <a:ext cx="3100552" cy="2462213"/>
          </a:xfrm>
          <a:prstGeom prst="rect">
            <a:avLst/>
          </a:prstGeom>
          <a:noFill/>
        </p:spPr>
        <p:txBody>
          <a:bodyPr wrap="square">
            <a:spAutoFit/>
          </a:bodyPr>
          <a:lstStyle/>
          <a:p>
            <a:pPr marL="285750" indent="-285750" algn="just">
              <a:buFont typeface="Wingdings" panose="05000000000000000000" pitchFamily="2" charset="2"/>
              <a:buChar char="Ø"/>
            </a:pPr>
            <a:r>
              <a:rPr lang="en-US" dirty="0">
                <a:solidFill>
                  <a:schemeClr val="bg2">
                    <a:lumMod val="10000"/>
                  </a:schemeClr>
                </a:solidFill>
                <a:latin typeface="Commissioner" panose="020B0604020202020204" charset="0"/>
                <a:cs typeface="Golos Text" panose="020B0604020202020204" charset="0"/>
              </a:rPr>
              <a:t>Attributes are represented with binary values that indicate if the property is present or absent. </a:t>
            </a:r>
          </a:p>
          <a:p>
            <a:pPr marL="285750" indent="-285750" algn="just">
              <a:buFont typeface="Wingdings" panose="05000000000000000000" pitchFamily="2" charset="2"/>
              <a:buChar char="Ø"/>
            </a:pPr>
            <a:r>
              <a:rPr lang="en-US" dirty="0">
                <a:solidFill>
                  <a:schemeClr val="bg2">
                    <a:lumMod val="10000"/>
                  </a:schemeClr>
                </a:solidFill>
                <a:latin typeface="Commissioner" panose="020B0604020202020204" charset="0"/>
                <a:cs typeface="Golos Text" panose="020B0604020202020204" charset="0"/>
              </a:rPr>
              <a:t>Some features have 3 values that represent its strength ranging from low, medium and high.</a:t>
            </a:r>
          </a:p>
          <a:p>
            <a:pPr marL="285750" indent="-285750" algn="just">
              <a:buFont typeface="Wingdings" panose="05000000000000000000" pitchFamily="2" charset="2"/>
              <a:buChar char="Ø"/>
            </a:pPr>
            <a:r>
              <a:rPr lang="en-US" dirty="0">
                <a:solidFill>
                  <a:schemeClr val="bg2">
                    <a:lumMod val="10000"/>
                  </a:schemeClr>
                </a:solidFill>
                <a:latin typeface="Commissioner" panose="020B0604020202020204" charset="0"/>
                <a:cs typeface="Golos Text" panose="020B0604020202020204" charset="0"/>
              </a:rPr>
              <a:t> At the end, there is a result which identifies the true nature of the URL, -1 if it is a phishing site and 1 if it is a legitimate site.</a:t>
            </a:r>
          </a:p>
          <a:p>
            <a:pPr marL="285750" indent="-285750" algn="just">
              <a:buFont typeface="Wingdings" panose="05000000000000000000" pitchFamily="2" charset="2"/>
              <a:buChar char="Ø"/>
            </a:pPr>
            <a:endParaRPr lang="en-IN" dirty="0">
              <a:solidFill>
                <a:schemeClr val="bg2">
                  <a:lumMod val="10000"/>
                </a:schemeClr>
              </a:solidFill>
              <a:latin typeface="Commissioner" panose="020B0604020202020204" charset="0"/>
              <a:cs typeface="Golos Text" panose="020B0604020202020204" charset="0"/>
            </a:endParaRPr>
          </a:p>
        </p:txBody>
      </p:sp>
    </p:spTree>
    <p:extLst>
      <p:ext uri="{BB962C8B-B14F-4D97-AF65-F5344CB8AC3E}">
        <p14:creationId xmlns:p14="http://schemas.microsoft.com/office/powerpoint/2010/main" val="3632374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4" name="Google Shape;364;p49"/>
          <p:cNvSpPr txBox="1">
            <a:spLocks noGrp="1"/>
          </p:cNvSpPr>
          <p:nvPr>
            <p:ph type="title"/>
          </p:nvPr>
        </p:nvSpPr>
        <p:spPr>
          <a:xfrm>
            <a:off x="383877" y="586264"/>
            <a:ext cx="5533447" cy="647999"/>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sz="3600" dirty="0"/>
              <a:t>TRAINING THE MODEL</a:t>
            </a:r>
          </a:p>
        </p:txBody>
      </p:sp>
      <p:sp>
        <p:nvSpPr>
          <p:cNvPr id="9" name="Subtitle 8">
            <a:extLst>
              <a:ext uri="{FF2B5EF4-FFF2-40B4-BE49-F238E27FC236}">
                <a16:creationId xmlns:a16="http://schemas.microsoft.com/office/drawing/2014/main" id="{1B2B69B9-915B-B51B-16B8-A03B0C53A5DF}"/>
              </a:ext>
            </a:extLst>
          </p:cNvPr>
          <p:cNvSpPr>
            <a:spLocks noGrp="1"/>
          </p:cNvSpPr>
          <p:nvPr>
            <p:ph type="subTitle" idx="3"/>
          </p:nvPr>
        </p:nvSpPr>
        <p:spPr>
          <a:xfrm>
            <a:off x="462456" y="1325535"/>
            <a:ext cx="5990895" cy="3642537"/>
          </a:xfrm>
        </p:spPr>
        <p:txBody>
          <a:bodyPr/>
          <a:lstStyle/>
          <a:p>
            <a:pPr algn="just">
              <a:buFont typeface="Wingdings" panose="05000000000000000000" pitchFamily="2" charset="2"/>
              <a:buChar char="Ø"/>
            </a:pPr>
            <a:r>
              <a:rPr lang="en-US" sz="1450" dirty="0">
                <a:solidFill>
                  <a:schemeClr val="tx1">
                    <a:lumMod val="90000"/>
                    <a:lumOff val="10000"/>
                  </a:schemeClr>
                </a:solidFill>
                <a:effectLst/>
                <a:latin typeface="Commissioner" panose="020B0604020202020204" charset="0"/>
              </a:rPr>
              <a:t>We will explore a range of algorithms, each with its unique approach to classify websites as legitimate or phishing (</a:t>
            </a:r>
            <a:r>
              <a:rPr lang="en-IN" sz="1450" dirty="0">
                <a:solidFill>
                  <a:schemeClr val="tx1">
                    <a:lumMod val="90000"/>
                    <a:lumOff val="10000"/>
                  </a:schemeClr>
                </a:solidFill>
                <a:effectLst/>
                <a:latin typeface="Commissioner" panose="020B0604020202020204" charset="0"/>
              </a:rPr>
              <a:t>Naive Bayes,  Support Vector Machine,  Decision Tree,  Random Forest,  K-Neighbours). </a:t>
            </a:r>
          </a:p>
          <a:p>
            <a:pPr algn="just">
              <a:buFont typeface="Wingdings" panose="05000000000000000000" pitchFamily="2" charset="2"/>
              <a:buChar char="Ø"/>
            </a:pPr>
            <a:r>
              <a:rPr lang="en-US" sz="1450" dirty="0">
                <a:solidFill>
                  <a:schemeClr val="tx1">
                    <a:lumMod val="90000"/>
                    <a:lumOff val="10000"/>
                  </a:schemeClr>
                </a:solidFill>
                <a:latin typeface="Commissioner" panose="020B0604020202020204" charset="0"/>
              </a:rPr>
              <a:t>The process involves training a model with a dataset that encompasses both the phishing and legitimate sites, enabling the model to acquire characteristics for distinguishing between the two types. </a:t>
            </a:r>
            <a:endParaRPr lang="en-IN" sz="1450" dirty="0">
              <a:solidFill>
                <a:schemeClr val="tx1">
                  <a:lumMod val="90000"/>
                  <a:lumOff val="10000"/>
                </a:schemeClr>
              </a:solidFill>
              <a:latin typeface="Commissioner" panose="020B0604020202020204" charset="0"/>
            </a:endParaRPr>
          </a:p>
          <a:p>
            <a:pPr algn="just">
              <a:buFont typeface="Wingdings" panose="05000000000000000000" pitchFamily="2" charset="2"/>
              <a:buChar char="Ø"/>
            </a:pPr>
            <a:r>
              <a:rPr lang="en-US" sz="1450" dirty="0">
                <a:solidFill>
                  <a:schemeClr val="tx1">
                    <a:lumMod val="90000"/>
                    <a:lumOff val="10000"/>
                  </a:schemeClr>
                </a:solidFill>
                <a:latin typeface="Commissioner" panose="020B0604020202020204" charset="0"/>
              </a:rPr>
              <a:t>Notable features for detecting phishing websites include specific words or phrases in the content or URL, the structure of the website's URL, and its overall layout and design.</a:t>
            </a:r>
            <a:endParaRPr lang="en-IN" sz="1450" dirty="0">
              <a:solidFill>
                <a:schemeClr val="tx1">
                  <a:lumMod val="90000"/>
                  <a:lumOff val="10000"/>
                </a:schemeClr>
              </a:solidFill>
              <a:latin typeface="Commissioner" panose="020B0604020202020204" charset="0"/>
            </a:endParaRPr>
          </a:p>
        </p:txBody>
      </p:sp>
      <p:pic>
        <p:nvPicPr>
          <p:cNvPr id="2050" name="Picture 2" descr="Machine_learning_Fig_5">
            <a:extLst>
              <a:ext uri="{FF2B5EF4-FFF2-40B4-BE49-F238E27FC236}">
                <a16:creationId xmlns:a16="http://schemas.microsoft.com/office/drawing/2014/main" id="{71B2C33F-B173-55B5-2C61-AAB3B393DEE5}"/>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aturation sat="49000"/>
                    </a14:imgEffect>
                  </a14:imgLayer>
                </a14:imgProps>
              </a:ext>
              <a:ext uri="{28A0092B-C50C-407E-A947-70E740481C1C}">
                <a14:useLocalDpi xmlns:a14="http://schemas.microsoft.com/office/drawing/2010/main" val="0"/>
              </a:ext>
            </a:extLst>
          </a:blip>
          <a:srcRect/>
          <a:stretch>
            <a:fillRect/>
          </a:stretch>
        </p:blipFill>
        <p:spPr bwMode="auto">
          <a:xfrm>
            <a:off x="6374276" y="1325535"/>
            <a:ext cx="2492429" cy="24924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A3B3E6C6-CF60-C5B3-A7C2-596D6D2B5A9C}"/>
              </a:ext>
            </a:extLst>
          </p:cNvPr>
          <p:cNvSpPr>
            <a:spLocks noGrp="1"/>
          </p:cNvSpPr>
          <p:nvPr>
            <p:ph type="subTitle" idx="3"/>
          </p:nvPr>
        </p:nvSpPr>
        <p:spPr>
          <a:xfrm>
            <a:off x="273268" y="2571750"/>
            <a:ext cx="8313683" cy="2389133"/>
          </a:xfrm>
        </p:spPr>
        <p:txBody>
          <a:bodyPr/>
          <a:lstStyle/>
          <a:p>
            <a:pPr algn="just">
              <a:buFont typeface="Wingdings" panose="05000000000000000000" pitchFamily="2" charset="2"/>
              <a:buChar char="Ø"/>
            </a:pPr>
            <a:r>
              <a:rPr lang="en-US" dirty="0"/>
              <a:t>The machine learning model learns patterns and relationships between these features and the corresponding labels during the training process. </a:t>
            </a:r>
          </a:p>
          <a:p>
            <a:pPr algn="just">
              <a:buFont typeface="Wingdings" panose="05000000000000000000" pitchFamily="2" charset="2"/>
              <a:buChar char="Ø"/>
            </a:pPr>
            <a:r>
              <a:rPr lang="en-US" dirty="0"/>
              <a:t>The model learns to recognize patterns and relationships between the input features and the output labels during the training phase. </a:t>
            </a:r>
          </a:p>
          <a:p>
            <a:pPr algn="just">
              <a:buFont typeface="Wingdings" panose="05000000000000000000" pitchFamily="2" charset="2"/>
              <a:buChar char="Ø"/>
            </a:pPr>
            <a:r>
              <a:rPr lang="en-US" dirty="0"/>
              <a:t>The strength of machine learning lies in its ability to generalize from past examples to make predictions on new, unseen data. Even the choice of the algorithm, feature engineering, and the quality of the dataset play crucial roles in the model's predictive accuracy.</a:t>
            </a:r>
            <a:endParaRPr lang="en-IN" dirty="0"/>
          </a:p>
        </p:txBody>
      </p:sp>
      <p:pic>
        <p:nvPicPr>
          <p:cNvPr id="8" name="Picture 7" descr="A screenshot of a computer&#10;&#10;Description automatically generated">
            <a:extLst>
              <a:ext uri="{FF2B5EF4-FFF2-40B4-BE49-F238E27FC236}">
                <a16:creationId xmlns:a16="http://schemas.microsoft.com/office/drawing/2014/main" id="{CAF3D696-E0F2-FDE9-9231-B5FC1F2F690A}"/>
              </a:ext>
            </a:extLst>
          </p:cNvPr>
          <p:cNvPicPr>
            <a:picLocks noChangeAspect="1"/>
          </p:cNvPicPr>
          <p:nvPr/>
        </p:nvPicPr>
        <p:blipFill rotWithShape="1">
          <a:blip r:embed="rId2"/>
          <a:srcRect l="6405" t="35140" r="46435" b="41758"/>
          <a:stretch/>
        </p:blipFill>
        <p:spPr>
          <a:xfrm>
            <a:off x="516248" y="464502"/>
            <a:ext cx="7114262" cy="1959415"/>
          </a:xfrm>
          <a:prstGeom prst="rect">
            <a:avLst/>
          </a:prstGeom>
        </p:spPr>
      </p:pic>
    </p:spTree>
    <p:extLst>
      <p:ext uri="{BB962C8B-B14F-4D97-AF65-F5344CB8AC3E}">
        <p14:creationId xmlns:p14="http://schemas.microsoft.com/office/powerpoint/2010/main" val="33255791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3C28-63F4-5703-F5EF-3BB658273C76}"/>
              </a:ext>
            </a:extLst>
          </p:cNvPr>
          <p:cNvSpPr>
            <a:spLocks noGrp="1"/>
          </p:cNvSpPr>
          <p:nvPr>
            <p:ph type="title"/>
          </p:nvPr>
        </p:nvSpPr>
        <p:spPr>
          <a:xfrm>
            <a:off x="879187" y="818008"/>
            <a:ext cx="4144759" cy="506296"/>
          </a:xfrm>
        </p:spPr>
        <p:txBody>
          <a:bodyPr/>
          <a:lstStyle/>
          <a:p>
            <a:r>
              <a:rPr lang="en-US" sz="3600" dirty="0"/>
              <a:t>RANDOM FOREST</a:t>
            </a:r>
            <a:endParaRPr lang="en-IN" sz="3600" dirty="0"/>
          </a:p>
        </p:txBody>
      </p:sp>
      <p:sp>
        <p:nvSpPr>
          <p:cNvPr id="3" name="Subtitle 2">
            <a:extLst>
              <a:ext uri="{FF2B5EF4-FFF2-40B4-BE49-F238E27FC236}">
                <a16:creationId xmlns:a16="http://schemas.microsoft.com/office/drawing/2014/main" id="{16897C54-12B4-111C-3412-88D7E23118A6}"/>
              </a:ext>
            </a:extLst>
          </p:cNvPr>
          <p:cNvSpPr>
            <a:spLocks noGrp="1"/>
          </p:cNvSpPr>
          <p:nvPr>
            <p:ph type="subTitle" idx="1"/>
          </p:nvPr>
        </p:nvSpPr>
        <p:spPr>
          <a:xfrm>
            <a:off x="484153" y="1445658"/>
            <a:ext cx="4771019" cy="3160744"/>
          </a:xfrm>
        </p:spPr>
        <p:txBody>
          <a:bodyPr/>
          <a:lstStyle/>
          <a:p>
            <a:pPr algn="just"/>
            <a:r>
              <a:rPr lang="en-US" sz="1450" dirty="0"/>
              <a:t>         A Supervised Learning technique applicable to both classification and regression problems, involves aggregating predictions from multiple decision trees to enhance accuracy and stability. The process comprises two steps: firstly, constructing a random forest of decision trees, and secondly, consolidating predictions from these trees to produce a final averaged output.</a:t>
            </a:r>
            <a:endParaRPr lang="en-IN" sz="1450" dirty="0"/>
          </a:p>
        </p:txBody>
      </p:sp>
      <p:pic>
        <p:nvPicPr>
          <p:cNvPr id="4098" name="Picture 2" descr="Random Forest Algorithm">
            <a:extLst>
              <a:ext uri="{FF2B5EF4-FFF2-40B4-BE49-F238E27FC236}">
                <a16:creationId xmlns:a16="http://schemas.microsoft.com/office/drawing/2014/main" id="{DE9ABCCF-04BC-4CCD-480B-A54F5D8AC9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0276" y="1445658"/>
            <a:ext cx="3529501" cy="27211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60393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3C28-63F4-5703-F5EF-3BB658273C76}"/>
              </a:ext>
            </a:extLst>
          </p:cNvPr>
          <p:cNvSpPr>
            <a:spLocks noGrp="1"/>
          </p:cNvSpPr>
          <p:nvPr>
            <p:ph type="title"/>
          </p:nvPr>
        </p:nvSpPr>
        <p:spPr>
          <a:xfrm>
            <a:off x="647960" y="828518"/>
            <a:ext cx="4144759" cy="506296"/>
          </a:xfrm>
        </p:spPr>
        <p:txBody>
          <a:bodyPr/>
          <a:lstStyle/>
          <a:p>
            <a:r>
              <a:rPr lang="en-US" sz="3600" dirty="0"/>
              <a:t>DECISION TREE</a:t>
            </a:r>
            <a:endParaRPr lang="en-IN" sz="3600" dirty="0"/>
          </a:p>
        </p:txBody>
      </p:sp>
      <p:sp>
        <p:nvSpPr>
          <p:cNvPr id="3" name="Subtitle 2">
            <a:extLst>
              <a:ext uri="{FF2B5EF4-FFF2-40B4-BE49-F238E27FC236}">
                <a16:creationId xmlns:a16="http://schemas.microsoft.com/office/drawing/2014/main" id="{16897C54-12B4-111C-3412-88D7E23118A6}"/>
              </a:ext>
            </a:extLst>
          </p:cNvPr>
          <p:cNvSpPr>
            <a:spLocks noGrp="1"/>
          </p:cNvSpPr>
          <p:nvPr>
            <p:ph type="subTitle" idx="1"/>
          </p:nvPr>
        </p:nvSpPr>
        <p:spPr>
          <a:xfrm>
            <a:off x="441433" y="1519231"/>
            <a:ext cx="4771019" cy="3160744"/>
          </a:xfrm>
        </p:spPr>
        <p:txBody>
          <a:bodyPr/>
          <a:lstStyle/>
          <a:p>
            <a:pPr algn="just"/>
            <a:r>
              <a:rPr lang="en-US" sz="1450" dirty="0"/>
              <a:t>         It is a supervised machine learning algorithm that makes decisions by recursively partitioning the dataset based on input features. It selects the best feature at each node to maximize the information gain or minimize the impurity. This process continues until a stopping criterion is met, resulting in a tree-like structure where each leaf node represents a class or a numerical value.</a:t>
            </a:r>
            <a:endParaRPr lang="en-IN" sz="1450" dirty="0"/>
          </a:p>
        </p:txBody>
      </p:sp>
      <p:pic>
        <p:nvPicPr>
          <p:cNvPr id="5122" name="Picture 2" descr="Decision Tree Classification Algorithm">
            <a:extLst>
              <a:ext uri="{FF2B5EF4-FFF2-40B4-BE49-F238E27FC236}">
                <a16:creationId xmlns:a16="http://schemas.microsoft.com/office/drawing/2014/main" id="{CDD41621-903B-1423-28CC-FB64E8224DEE}"/>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aturation sat="23000"/>
                    </a14:imgEffect>
                  </a14:imgLayer>
                </a14:imgProps>
              </a:ext>
              <a:ext uri="{28A0092B-C50C-407E-A947-70E740481C1C}">
                <a14:useLocalDpi xmlns:a14="http://schemas.microsoft.com/office/drawing/2010/main" val="0"/>
              </a:ext>
            </a:extLst>
          </a:blip>
          <a:srcRect/>
          <a:stretch>
            <a:fillRect/>
          </a:stretch>
        </p:blipFill>
        <p:spPr bwMode="auto">
          <a:xfrm>
            <a:off x="5528442" y="1670926"/>
            <a:ext cx="3205656" cy="2137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8555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BAE34-BD5C-2BEB-9297-50FB8232788A}"/>
              </a:ext>
            </a:extLst>
          </p:cNvPr>
          <p:cNvSpPr>
            <a:spLocks noGrp="1"/>
          </p:cNvSpPr>
          <p:nvPr>
            <p:ph type="title"/>
          </p:nvPr>
        </p:nvSpPr>
        <p:spPr>
          <a:xfrm>
            <a:off x="837145" y="827431"/>
            <a:ext cx="6530607" cy="611399"/>
          </a:xfrm>
        </p:spPr>
        <p:txBody>
          <a:bodyPr/>
          <a:lstStyle/>
          <a:p>
            <a:r>
              <a:rPr lang="en-US" sz="3600" dirty="0"/>
              <a:t>SUPPORT VECTOR MACHINE</a:t>
            </a:r>
            <a:endParaRPr lang="en-IN" sz="3600" dirty="0"/>
          </a:p>
        </p:txBody>
      </p:sp>
      <p:sp>
        <p:nvSpPr>
          <p:cNvPr id="3" name="Subtitle 2">
            <a:extLst>
              <a:ext uri="{FF2B5EF4-FFF2-40B4-BE49-F238E27FC236}">
                <a16:creationId xmlns:a16="http://schemas.microsoft.com/office/drawing/2014/main" id="{34C884AC-509C-F9F6-8E72-E9F8546AF67B}"/>
              </a:ext>
            </a:extLst>
          </p:cNvPr>
          <p:cNvSpPr>
            <a:spLocks noGrp="1"/>
          </p:cNvSpPr>
          <p:nvPr>
            <p:ph type="subTitle" idx="1"/>
          </p:nvPr>
        </p:nvSpPr>
        <p:spPr>
          <a:xfrm>
            <a:off x="434339" y="1563656"/>
            <a:ext cx="5384979" cy="2016187"/>
          </a:xfrm>
        </p:spPr>
        <p:txBody>
          <a:bodyPr/>
          <a:lstStyle/>
          <a:p>
            <a:pPr algn="just"/>
            <a:r>
              <a:rPr lang="en-US" sz="1450" dirty="0"/>
              <a:t>         Support Vector Machine (SVM) is a machine learning algorithm for detecting phishing websites. It identifies a hyperplane that best separates legitimate and phishing sites, maximizing the margin between them. By focusing on critical data points (support vectors), SVM effectively distinguishes between the two classes, making it valuable for robust phishing detection in online security applications.</a:t>
            </a:r>
            <a:endParaRPr lang="en-IN" sz="1450" dirty="0"/>
          </a:p>
        </p:txBody>
      </p:sp>
      <p:pic>
        <p:nvPicPr>
          <p:cNvPr id="6146" name="Picture 2" descr="Support Vector Machine Algorithm">
            <a:extLst>
              <a:ext uri="{FF2B5EF4-FFF2-40B4-BE49-F238E27FC236}">
                <a16:creationId xmlns:a16="http://schemas.microsoft.com/office/drawing/2014/main" id="{6C4F3E2B-BA46-4888-3F78-0A464AEE5267}"/>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a:fillRect/>
          </a:stretch>
        </p:blipFill>
        <p:spPr bwMode="auto">
          <a:xfrm>
            <a:off x="6017172" y="1563656"/>
            <a:ext cx="3027383" cy="2459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01219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grpSp>
        <p:nvGrpSpPr>
          <p:cNvPr id="657" name="Google Shape;657;p65"/>
          <p:cNvGrpSpPr/>
          <p:nvPr/>
        </p:nvGrpSpPr>
        <p:grpSpPr>
          <a:xfrm>
            <a:off x="4652675" y="1244125"/>
            <a:ext cx="3523200" cy="2655250"/>
            <a:chOff x="4713200" y="1244125"/>
            <a:chExt cx="3523200" cy="2655250"/>
          </a:xfrm>
        </p:grpSpPr>
        <p:sp>
          <p:nvSpPr>
            <p:cNvPr id="658" name="Google Shape;658;p65"/>
            <p:cNvSpPr/>
            <p:nvPr/>
          </p:nvSpPr>
          <p:spPr>
            <a:xfrm>
              <a:off x="4713200" y="1244125"/>
              <a:ext cx="3523200" cy="2307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65"/>
            <p:cNvSpPr/>
            <p:nvPr/>
          </p:nvSpPr>
          <p:spPr>
            <a:xfrm>
              <a:off x="5243750" y="3724475"/>
              <a:ext cx="2462100" cy="174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60" name="Google Shape;660;p65"/>
            <p:cNvCxnSpPr/>
            <p:nvPr/>
          </p:nvCxnSpPr>
          <p:spPr>
            <a:xfrm>
              <a:off x="6157175" y="3551025"/>
              <a:ext cx="0" cy="173400"/>
            </a:xfrm>
            <a:prstGeom prst="straightConnector1">
              <a:avLst/>
            </a:prstGeom>
            <a:noFill/>
            <a:ln w="9525" cap="flat" cmpd="sng">
              <a:solidFill>
                <a:schemeClr val="dk1"/>
              </a:solidFill>
              <a:prstDash val="solid"/>
              <a:round/>
              <a:headEnd type="none" w="med" len="med"/>
              <a:tailEnd type="none" w="med" len="med"/>
            </a:ln>
          </p:spPr>
        </p:cxnSp>
        <p:cxnSp>
          <p:nvCxnSpPr>
            <p:cNvPr id="661" name="Google Shape;661;p65"/>
            <p:cNvCxnSpPr/>
            <p:nvPr/>
          </p:nvCxnSpPr>
          <p:spPr>
            <a:xfrm>
              <a:off x="6792425" y="3551025"/>
              <a:ext cx="0" cy="173400"/>
            </a:xfrm>
            <a:prstGeom prst="straightConnector1">
              <a:avLst/>
            </a:prstGeom>
            <a:noFill/>
            <a:ln w="9525" cap="flat" cmpd="sng">
              <a:solidFill>
                <a:schemeClr val="dk1"/>
              </a:solidFill>
              <a:prstDash val="solid"/>
              <a:round/>
              <a:headEnd type="none" w="med" len="med"/>
              <a:tailEnd type="none" w="med" len="med"/>
            </a:ln>
          </p:spPr>
        </p:cxnSp>
        <p:cxnSp>
          <p:nvCxnSpPr>
            <p:cNvPr id="662" name="Google Shape;662;p65"/>
            <p:cNvCxnSpPr/>
            <p:nvPr/>
          </p:nvCxnSpPr>
          <p:spPr>
            <a:xfrm>
              <a:off x="6205250" y="3382725"/>
              <a:ext cx="539100" cy="0"/>
            </a:xfrm>
            <a:prstGeom prst="straightConnector1">
              <a:avLst/>
            </a:prstGeom>
            <a:noFill/>
            <a:ln w="9525" cap="flat" cmpd="sng">
              <a:solidFill>
                <a:schemeClr val="dk1"/>
              </a:solidFill>
              <a:prstDash val="solid"/>
              <a:round/>
              <a:headEnd type="none" w="med" len="med"/>
              <a:tailEnd type="none" w="med" len="med"/>
            </a:ln>
          </p:spPr>
        </p:cxnSp>
      </p:grpSp>
      <p:sp>
        <p:nvSpPr>
          <p:cNvPr id="663" name="Google Shape;663;p65"/>
          <p:cNvSpPr txBox="1">
            <a:spLocks noGrp="1"/>
          </p:cNvSpPr>
          <p:nvPr>
            <p:ph type="title"/>
          </p:nvPr>
        </p:nvSpPr>
        <p:spPr>
          <a:xfrm>
            <a:off x="1051967" y="854280"/>
            <a:ext cx="2342874" cy="56999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3600" dirty="0"/>
              <a:t>RESULTS</a:t>
            </a:r>
          </a:p>
        </p:txBody>
      </p:sp>
      <p:sp>
        <p:nvSpPr>
          <p:cNvPr id="664" name="Google Shape;664;p65"/>
          <p:cNvSpPr txBox="1">
            <a:spLocks noGrp="1"/>
          </p:cNvSpPr>
          <p:nvPr>
            <p:ph type="subTitle" idx="1"/>
          </p:nvPr>
        </p:nvSpPr>
        <p:spPr>
          <a:xfrm>
            <a:off x="1051967" y="1777449"/>
            <a:ext cx="3425833" cy="12094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50" dirty="0"/>
              <a:t>Random Forest works efficiently with the accuracy of 0.966.</a:t>
            </a:r>
            <a:endParaRPr sz="1450" dirty="0"/>
          </a:p>
        </p:txBody>
      </p:sp>
      <p:pic>
        <p:nvPicPr>
          <p:cNvPr id="665" name="Google Shape;665;p65"/>
          <p:cNvPicPr preferRelativeResize="0"/>
          <p:nvPr/>
        </p:nvPicPr>
        <p:blipFill rotWithShape="1">
          <a:blip r:embed="rId3">
            <a:alphaModFix/>
          </a:blip>
          <a:srcRect/>
          <a:stretch/>
        </p:blipFill>
        <p:spPr>
          <a:xfrm>
            <a:off x="4827550" y="1424325"/>
            <a:ext cx="3173450" cy="1785050"/>
          </a:xfrm>
          <a:prstGeom prst="rect">
            <a:avLst/>
          </a:prstGeom>
          <a:noFill/>
          <a:ln w="9525" cap="flat" cmpd="sng">
            <a:solidFill>
              <a:schemeClr val="dk1"/>
            </a:solidFill>
            <a:prstDash val="solid"/>
            <a:round/>
            <a:headEnd type="none" w="sm" len="sm"/>
            <a:tailEnd type="none" w="sm" len="sm"/>
          </a:ln>
        </p:spPr>
      </p:pic>
      <p:pic>
        <p:nvPicPr>
          <p:cNvPr id="8" name="Picture 2" descr="phishing detection with Python">
            <a:extLst>
              <a:ext uri="{FF2B5EF4-FFF2-40B4-BE49-F238E27FC236}">
                <a16:creationId xmlns:a16="http://schemas.microsoft.com/office/drawing/2014/main" id="{3D442935-1539-534D-6BF7-173FCBAB8ED3}"/>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saturation sat="38000"/>
                    </a14:imgEffect>
                  </a14:imgLayer>
                </a14:imgProps>
              </a:ext>
              <a:ext uri="{28A0092B-C50C-407E-A947-70E740481C1C}">
                <a14:useLocalDpi xmlns:a14="http://schemas.microsoft.com/office/drawing/2010/main" val="0"/>
              </a:ext>
            </a:extLst>
          </a:blip>
          <a:srcRect l="13321" t="2244" r="16318" b="18601"/>
          <a:stretch/>
        </p:blipFill>
        <p:spPr bwMode="auto">
          <a:xfrm>
            <a:off x="4827551" y="1424275"/>
            <a:ext cx="3173450" cy="17850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00DEB9F-8D28-3FD9-E36C-1CDDE0A8E42B}"/>
              </a:ext>
            </a:extLst>
          </p:cNvPr>
          <p:cNvSpPr txBox="1"/>
          <p:nvPr/>
        </p:nvSpPr>
        <p:spPr>
          <a:xfrm>
            <a:off x="1051967" y="2470661"/>
            <a:ext cx="4497496" cy="738664"/>
          </a:xfrm>
          <a:prstGeom prst="rect">
            <a:avLst/>
          </a:prstGeom>
          <a:noFill/>
        </p:spPr>
        <p:txBody>
          <a:bodyPr wrap="square">
            <a:spAutoFit/>
          </a:bodyPr>
          <a:lstStyle/>
          <a:p>
            <a:r>
              <a:rPr lang="en-US" dirty="0">
                <a:latin typeface="Commissioner" panose="020B0604020202020204" charset="0"/>
              </a:rPr>
              <a:t>Random Forest accuracy ==&gt;  0.9663</a:t>
            </a:r>
          </a:p>
          <a:p>
            <a:r>
              <a:rPr lang="en-US" dirty="0">
                <a:latin typeface="Commissioner" panose="020B0604020202020204" charset="0"/>
              </a:rPr>
              <a:t>Random Forest precision ==&gt;  0.8661</a:t>
            </a:r>
          </a:p>
          <a:p>
            <a:r>
              <a:rPr lang="en-US" dirty="0">
                <a:latin typeface="Commissioner" panose="020B0604020202020204" charset="0"/>
              </a:rPr>
              <a:t>Random Forest recall ==&gt;  0.6996</a:t>
            </a:r>
            <a:endParaRPr lang="en-IN" dirty="0">
              <a:latin typeface="Commissioner" panose="020B06040202020202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grpSp>
        <p:nvGrpSpPr>
          <p:cNvPr id="670" name="Google Shape;670;p66"/>
          <p:cNvGrpSpPr/>
          <p:nvPr/>
        </p:nvGrpSpPr>
        <p:grpSpPr>
          <a:xfrm>
            <a:off x="1767188" y="1023600"/>
            <a:ext cx="1861200" cy="3096300"/>
            <a:chOff x="9739375" y="1023600"/>
            <a:chExt cx="1861200" cy="3096300"/>
          </a:xfrm>
        </p:grpSpPr>
        <p:sp>
          <p:nvSpPr>
            <p:cNvPr id="671" name="Google Shape;671;p66"/>
            <p:cNvSpPr/>
            <p:nvPr/>
          </p:nvSpPr>
          <p:spPr>
            <a:xfrm>
              <a:off x="9739375" y="1023600"/>
              <a:ext cx="1861200" cy="3096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72" name="Google Shape;672;p66"/>
            <p:cNvCxnSpPr/>
            <p:nvPr/>
          </p:nvCxnSpPr>
          <p:spPr>
            <a:xfrm>
              <a:off x="10399525" y="3950550"/>
              <a:ext cx="539100" cy="0"/>
            </a:xfrm>
            <a:prstGeom prst="straightConnector1">
              <a:avLst/>
            </a:prstGeom>
            <a:noFill/>
            <a:ln w="9525" cap="flat" cmpd="sng">
              <a:solidFill>
                <a:schemeClr val="dk1"/>
              </a:solidFill>
              <a:prstDash val="solid"/>
              <a:round/>
              <a:headEnd type="none" w="med" len="med"/>
              <a:tailEnd type="none" w="med" len="med"/>
            </a:ln>
          </p:spPr>
        </p:cxnSp>
      </p:grpSp>
      <p:sp>
        <p:nvSpPr>
          <p:cNvPr id="674" name="Google Shape;674;p66"/>
          <p:cNvSpPr txBox="1">
            <a:spLocks noGrp="1"/>
          </p:cNvSpPr>
          <p:nvPr>
            <p:ph type="title"/>
          </p:nvPr>
        </p:nvSpPr>
        <p:spPr>
          <a:xfrm>
            <a:off x="4473159" y="1023600"/>
            <a:ext cx="3198377" cy="106122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400" dirty="0"/>
              <a:t>Creating a User Interface</a:t>
            </a:r>
            <a:endParaRPr sz="3400" dirty="0"/>
          </a:p>
        </p:txBody>
      </p:sp>
      <p:sp>
        <p:nvSpPr>
          <p:cNvPr id="675" name="Google Shape;675;p66"/>
          <p:cNvSpPr txBox="1">
            <a:spLocks noGrp="1"/>
          </p:cNvSpPr>
          <p:nvPr>
            <p:ph type="subTitle" idx="1"/>
          </p:nvPr>
        </p:nvSpPr>
        <p:spPr>
          <a:xfrm>
            <a:off x="4473159" y="2230221"/>
            <a:ext cx="3577765" cy="1627076"/>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dirty="0"/>
              <a:t>Creating a user interface (UI) for phishing website detection using machine learning involves designing a system that allows users to interact with the underlying model. We can build a User Interface using HTML/CSS and flask or Online platforms.</a:t>
            </a:r>
            <a:endParaRPr dirty="0"/>
          </a:p>
        </p:txBody>
      </p:sp>
      <p:pic>
        <p:nvPicPr>
          <p:cNvPr id="3" name="Graphic 2" descr="Internet with solid fill">
            <a:extLst>
              <a:ext uri="{FF2B5EF4-FFF2-40B4-BE49-F238E27FC236}">
                <a16:creationId xmlns:a16="http://schemas.microsoft.com/office/drawing/2014/main" id="{EF1BEE71-B69C-20F2-D3F6-0A40AA97754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81352" y="1729502"/>
            <a:ext cx="1644319" cy="164431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780"/>
        <p:cNvGrpSpPr/>
        <p:nvPr/>
      </p:nvGrpSpPr>
      <p:grpSpPr>
        <a:xfrm>
          <a:off x="0" y="0"/>
          <a:ext cx="0" cy="0"/>
          <a:chOff x="0" y="0"/>
          <a:chExt cx="0" cy="0"/>
        </a:xfrm>
      </p:grpSpPr>
      <p:sp>
        <p:nvSpPr>
          <p:cNvPr id="4781" name="Google Shape;4781;p73"/>
          <p:cNvSpPr txBox="1">
            <a:spLocks noGrp="1"/>
          </p:cNvSpPr>
          <p:nvPr>
            <p:ph type="title"/>
          </p:nvPr>
        </p:nvSpPr>
        <p:spPr>
          <a:xfrm>
            <a:off x="313647" y="618972"/>
            <a:ext cx="7968505" cy="66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3500" dirty="0"/>
              <a:t>CONCLUSION AND FUTURE SCOPE</a:t>
            </a:r>
          </a:p>
        </p:txBody>
      </p:sp>
      <p:sp>
        <p:nvSpPr>
          <p:cNvPr id="4782" name="Google Shape;4782;p73"/>
          <p:cNvSpPr txBox="1">
            <a:spLocks noGrp="1"/>
          </p:cNvSpPr>
          <p:nvPr>
            <p:ph type="subTitle" idx="1"/>
          </p:nvPr>
        </p:nvSpPr>
        <p:spPr>
          <a:xfrm>
            <a:off x="313647" y="1409524"/>
            <a:ext cx="7491482" cy="3004822"/>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dirty="0"/>
              <a:t>               In summary, utilizing machine learning for phishing website detection has proven crucial for enhancing online security. This proposed approach is a completely client-side solution and does not rely on any third-party services. The combination of advanced models, URL-based analysis, and feature selection techniques has improved the accuracy. Feature selection and dimensionality reduction techniques streamline data, and various machine learning algorithms show effective classification. </a:t>
            </a:r>
          </a:p>
          <a:p>
            <a:pPr marL="0" lvl="0" indent="0" algn="just" rtl="0">
              <a:lnSpc>
                <a:spcPct val="65000"/>
              </a:lnSpc>
              <a:spcBef>
                <a:spcPts val="0"/>
              </a:spcBef>
              <a:spcAft>
                <a:spcPts val="0"/>
              </a:spcAft>
              <a:buNone/>
            </a:pPr>
            <a:endParaRPr lang="en-US" dirty="0"/>
          </a:p>
          <a:p>
            <a:pPr marL="0" lvl="0" indent="0" algn="just" rtl="0">
              <a:spcBef>
                <a:spcPts val="0"/>
              </a:spcBef>
              <a:spcAft>
                <a:spcPts val="0"/>
              </a:spcAft>
              <a:buNone/>
            </a:pPr>
            <a:r>
              <a:rPr lang="en-US" dirty="0"/>
              <a:t>             The future of machine learning in phishing detection includes improving accuracy, real-time detection, and incorporating behavioral analysis. Efforts will focus on addressing adversarial attacks, integrating with the cybersecurity ecosystems. Emphasis on user education, privacy preservation, and adaptability to evolving threats will contribute to more robust and effective detection systems.</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47289-414D-A06A-F056-18239946A40C}"/>
              </a:ext>
            </a:extLst>
          </p:cNvPr>
          <p:cNvSpPr>
            <a:spLocks noGrp="1"/>
          </p:cNvSpPr>
          <p:nvPr>
            <p:ph type="title"/>
          </p:nvPr>
        </p:nvSpPr>
        <p:spPr>
          <a:xfrm>
            <a:off x="380767" y="568826"/>
            <a:ext cx="4863300" cy="661800"/>
          </a:xfrm>
        </p:spPr>
        <p:txBody>
          <a:bodyPr/>
          <a:lstStyle/>
          <a:p>
            <a:r>
              <a:rPr lang="en-US" sz="3600" dirty="0"/>
              <a:t>REFERENCES</a:t>
            </a:r>
            <a:endParaRPr lang="en-IN" sz="3600" dirty="0"/>
          </a:p>
        </p:txBody>
      </p:sp>
      <p:sp>
        <p:nvSpPr>
          <p:cNvPr id="3" name="Subtitle 2">
            <a:extLst>
              <a:ext uri="{FF2B5EF4-FFF2-40B4-BE49-F238E27FC236}">
                <a16:creationId xmlns:a16="http://schemas.microsoft.com/office/drawing/2014/main" id="{B901D0D1-F87F-1BF8-806E-214CFDFAF511}"/>
              </a:ext>
            </a:extLst>
          </p:cNvPr>
          <p:cNvSpPr>
            <a:spLocks noGrp="1"/>
          </p:cNvSpPr>
          <p:nvPr>
            <p:ph type="subTitle" idx="1"/>
          </p:nvPr>
        </p:nvSpPr>
        <p:spPr>
          <a:xfrm>
            <a:off x="286172" y="1230626"/>
            <a:ext cx="7943427" cy="3265174"/>
          </a:xfrm>
        </p:spPr>
        <p:txBody>
          <a:bodyPr/>
          <a:lstStyle/>
          <a:p>
            <a:pPr marL="139700" indent="0" algn="just">
              <a:buNone/>
            </a:pPr>
            <a:r>
              <a:rPr lang="en-IN" dirty="0"/>
              <a:t>[1] P. Zhang, A. </a:t>
            </a:r>
            <a:r>
              <a:rPr lang="en-IN" dirty="0" err="1"/>
              <a:t>Oest</a:t>
            </a:r>
            <a:r>
              <a:rPr lang="en-IN" dirty="0"/>
              <a:t>, H. Cho, Z. Sun, R. Johnson, B. Wardman, S. Sarker, A. </a:t>
            </a:r>
            <a:r>
              <a:rPr lang="en-IN" dirty="0" err="1"/>
              <a:t>Kapravelos</a:t>
            </a:r>
            <a:r>
              <a:rPr lang="en-IN" dirty="0"/>
              <a:t>, T. Bao, R. Wang, Y. </a:t>
            </a:r>
            <a:r>
              <a:rPr lang="en-IN" dirty="0" err="1"/>
              <a:t>Shoshitaishvili</a:t>
            </a:r>
            <a:r>
              <a:rPr lang="en-IN" dirty="0"/>
              <a:t>, A. </a:t>
            </a:r>
            <a:r>
              <a:rPr lang="en-IN" dirty="0" err="1"/>
              <a:t>Doupé</a:t>
            </a:r>
            <a:r>
              <a:rPr lang="en-IN" dirty="0"/>
              <a:t>, and G.-J. Ahn, ‘‘</a:t>
            </a:r>
            <a:r>
              <a:rPr lang="en-IN" dirty="0" err="1"/>
              <a:t>CrawlPhish</a:t>
            </a:r>
            <a:r>
              <a:rPr lang="en-IN" dirty="0"/>
              <a:t>: Large-scale analysis of client-side cloaking techniques in phishing,’’ in Proc. IEEE </a:t>
            </a:r>
            <a:r>
              <a:rPr lang="en-IN" dirty="0" err="1"/>
              <a:t>Symp</a:t>
            </a:r>
            <a:r>
              <a:rPr lang="en-IN" dirty="0"/>
              <a:t>. </a:t>
            </a:r>
            <a:r>
              <a:rPr lang="en-IN" dirty="0" err="1"/>
              <a:t>Secur</a:t>
            </a:r>
            <a:r>
              <a:rPr lang="en-IN" dirty="0"/>
              <a:t>. </a:t>
            </a:r>
          </a:p>
          <a:p>
            <a:pPr marL="139700" indent="0" algn="just">
              <a:buNone/>
            </a:pPr>
            <a:r>
              <a:rPr lang="en-IN" dirty="0"/>
              <a:t> [2] ENISA. (2021). Cybersecurity for SMEs—Challenges and Recommendations. [Online]. Available: https://www.enisa.europa.eu/publications/ </a:t>
            </a:r>
            <a:r>
              <a:rPr lang="en-IN" dirty="0" err="1"/>
              <a:t>enisa</a:t>
            </a:r>
            <a:r>
              <a:rPr lang="en-IN" dirty="0"/>
              <a:t>-report-cybersecurity-for-</a:t>
            </a:r>
            <a:r>
              <a:rPr lang="en-IN" dirty="0" err="1"/>
              <a:t>smes</a:t>
            </a:r>
            <a:endParaRPr lang="en-IN" dirty="0"/>
          </a:p>
          <a:p>
            <a:pPr marL="139700" indent="0" algn="just">
              <a:buNone/>
            </a:pPr>
            <a:r>
              <a:rPr lang="en-IN" dirty="0"/>
              <a:t> [3] Cisco. (2021). Cyber Security Threat Trends: Phishing, Crypto Top the List. [Online]. </a:t>
            </a:r>
            <a:r>
              <a:rPr lang="en-IN" dirty="0" err="1"/>
              <a:t>Available:https</a:t>
            </a:r>
            <a:r>
              <a:rPr lang="en-IN" dirty="0"/>
              <a:t>://umbrella.cisco.com/info/2021-cybersecurity-threat-trends-phishing-crypto-top-the-list </a:t>
            </a:r>
          </a:p>
          <a:p>
            <a:pPr marL="139700" indent="0" algn="just">
              <a:buNone/>
            </a:pPr>
            <a:r>
              <a:rPr lang="en-IN" dirty="0"/>
              <a:t>[4] M. </a:t>
            </a:r>
            <a:r>
              <a:rPr lang="en-IN" dirty="0" err="1"/>
              <a:t>Alsharnouby</a:t>
            </a:r>
            <a:r>
              <a:rPr lang="en-IN" dirty="0"/>
              <a:t>, F. </a:t>
            </a:r>
            <a:r>
              <a:rPr lang="en-IN" dirty="0" err="1"/>
              <a:t>Alaca</a:t>
            </a:r>
            <a:r>
              <a:rPr lang="en-IN" dirty="0"/>
              <a:t>, and S. Chiasson, ‘‘Why phishing still works: User strategies for combating phishing attacks,’’ Int. J. Hum.-</a:t>
            </a:r>
            <a:r>
              <a:rPr lang="en-IN" dirty="0" err="1"/>
              <a:t>Comput</a:t>
            </a:r>
            <a:r>
              <a:rPr lang="en-IN" dirty="0"/>
              <a:t>. Stud., vol. 82, pp. 69–82, Oct. 2015. </a:t>
            </a:r>
          </a:p>
          <a:p>
            <a:pPr marL="139700" indent="0" algn="just">
              <a:buNone/>
            </a:pPr>
            <a:r>
              <a:rPr lang="en-IN" dirty="0"/>
              <a:t>[5] Anti-Phishing Working Group—APWG. (2022). Phishing Activity Trends Report-1Q. [Online]. Available: https://docs.apwg.org/reports/ apwg_trends_report_q1_2022.pdf </a:t>
            </a:r>
          </a:p>
        </p:txBody>
      </p:sp>
    </p:spTree>
    <p:extLst>
      <p:ext uri="{BB962C8B-B14F-4D97-AF65-F5344CB8AC3E}">
        <p14:creationId xmlns:p14="http://schemas.microsoft.com/office/powerpoint/2010/main" val="11487386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55B80-8307-D51A-49B9-AE577924EE2F}"/>
              </a:ext>
            </a:extLst>
          </p:cNvPr>
          <p:cNvSpPr>
            <a:spLocks noGrp="1"/>
          </p:cNvSpPr>
          <p:nvPr>
            <p:ph type="title"/>
          </p:nvPr>
        </p:nvSpPr>
        <p:spPr>
          <a:xfrm>
            <a:off x="1708026" y="1856893"/>
            <a:ext cx="5179206" cy="1060055"/>
          </a:xfrm>
        </p:spPr>
        <p:txBody>
          <a:bodyPr/>
          <a:lstStyle/>
          <a:p>
            <a:r>
              <a:rPr lang="en-US" sz="6600" dirty="0">
                <a:effectLst>
                  <a:outerShdw blurRad="38100" dist="38100" dir="2700000" algn="tl">
                    <a:srgbClr val="000000">
                      <a:alpha val="43137"/>
                    </a:srgbClr>
                  </a:outerShdw>
                </a:effectLst>
              </a:rPr>
              <a:t>THANK YOU</a:t>
            </a:r>
            <a:endParaRPr lang="en-IN" sz="66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1834704"/>
      </p:ext>
    </p:extLst>
  </p:cSld>
  <p:clrMapOvr>
    <a:masterClrMapping/>
  </p:clrMapOvr>
</p:sld>
</file>

<file path=ppt/theme/theme1.xml><?xml version="1.0" encoding="utf-8"?>
<a:theme xmlns:a="http://schemas.openxmlformats.org/drawingml/2006/main" name="Formulating a Research Problem for University Students by Slidesgo">
  <a:themeElements>
    <a:clrScheme name="Simple Light">
      <a:dk1>
        <a:srgbClr val="0A0A0A"/>
      </a:dk1>
      <a:lt1>
        <a:srgbClr val="F9F9F9"/>
      </a:lt1>
      <a:dk2>
        <a:srgbClr val="DDDDDD"/>
      </a:dk2>
      <a:lt2>
        <a:srgbClr val="B3B4B3"/>
      </a:lt2>
      <a:accent1>
        <a:srgbClr val="878887"/>
      </a:accent1>
      <a:accent2>
        <a:srgbClr val="5F6160"/>
      </a:accent2>
      <a:accent3>
        <a:srgbClr val="FFFFFF"/>
      </a:accent3>
      <a:accent4>
        <a:srgbClr val="FFFFFF"/>
      </a:accent4>
      <a:accent5>
        <a:srgbClr val="FFFFFF"/>
      </a:accent5>
      <a:accent6>
        <a:srgbClr val="FFFFFF"/>
      </a:accent6>
      <a:hlink>
        <a:srgbClr val="0A0A0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 dockstate="right" visibility="0" width="350" row="3">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ECF339FD-04D9-434F-B17F-AFE0FD8FE0D4}">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118ABBB3-9403-4B04-AD41-2A6C829BC7D2}">
  <we:reference id="wa200000113" version="1.0.0.0" store="en-US" storeType="OMEX"/>
  <we:alternateReferences>
    <we:reference id="wa200000113" version="1.0.0.0" store="wa200000113"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705</TotalTime>
  <Words>1798</Words>
  <Application>Microsoft Office PowerPoint</Application>
  <PresentationFormat>On-screen Show (16:9)</PresentationFormat>
  <Paragraphs>109</Paragraphs>
  <Slides>23</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Commissioner</vt:lpstr>
      <vt:lpstr>Wingdings</vt:lpstr>
      <vt:lpstr>Times New Roman</vt:lpstr>
      <vt:lpstr>Golos Text</vt:lpstr>
      <vt:lpstr>Red Hat Display</vt:lpstr>
      <vt:lpstr>Arial</vt:lpstr>
      <vt:lpstr>Golos Text SemiBold</vt:lpstr>
      <vt:lpstr>Formulating a Research Problem for University Students by Slidesgo</vt:lpstr>
      <vt:lpstr>                                                             A                                                 MINI PROJECT                                                            ON APuML: An Efficient Approach to Detect Mobile Phishing Webpages using Machine Learning </vt:lpstr>
      <vt:lpstr>OUTLINE</vt:lpstr>
      <vt:lpstr>OBJECTIVE</vt:lpstr>
      <vt:lpstr>ABSTRACT</vt:lpstr>
      <vt:lpstr>INTRODUCTION</vt:lpstr>
      <vt:lpstr>PowerPoint Presentation</vt:lpstr>
      <vt:lpstr>Stats say that…</vt:lpstr>
      <vt:lpstr>PROJECT OVERVIEW:</vt:lpstr>
      <vt:lpstr>METHODOLOGY</vt:lpstr>
      <vt:lpstr>PowerPoint Presentation</vt:lpstr>
      <vt:lpstr>SAMPLE DATA</vt:lpstr>
      <vt:lpstr>DATA PREPROCESSING</vt:lpstr>
      <vt:lpstr>FEATURES EXTRACTION</vt:lpstr>
      <vt:lpstr>TRAINING THE MODEL</vt:lpstr>
      <vt:lpstr>PowerPoint Presentation</vt:lpstr>
      <vt:lpstr>RANDOM FOREST</vt:lpstr>
      <vt:lpstr>DECISION TREE</vt:lpstr>
      <vt:lpstr>SUPPORT VECTOR MACHINE</vt:lpstr>
      <vt:lpstr>RESULTS</vt:lpstr>
      <vt:lpstr>Creating a User Interface</vt:lpstr>
      <vt:lpstr>CONCLUSION AND FUTURE SCOPE</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 Pranith</dc:creator>
  <cp:lastModifiedBy>Akshaya Bale</cp:lastModifiedBy>
  <cp:revision>25</cp:revision>
  <dcterms:modified xsi:type="dcterms:W3CDTF">2024-04-05T12:25:49Z</dcterms:modified>
</cp:coreProperties>
</file>